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7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8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9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2.xml" ContentType="application/vnd.openxmlformats-officedocument.presentationml.notesSlide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IBM Plex Sans Medium" panose="020B0603050203000203" pitchFamily="34" charset="0"/>
      <p:regular r:id="rId15"/>
    </p:embeddedFont>
    <p:embeddedFont>
      <p:font typeface="Roboto" panose="020000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7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2:58.090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643 643 24524,'-643'-321'0,"1286"0"0,-1286 642 0,4940-321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3:04.244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2590 153 24575,'-342'-16'0,"32"1"0,245 14 0,-10-1 0,-1 3 0,0 3 0,-106 19 0,153-12 0,29-10 0,0-1 0,0 0 0,-1 0 0,1 1 0,0-1 0,0 0 0,0 0 0,0 1 0,0-1 0,0 0 0,0 1 0,0-1 0,0 0 0,0 1 0,0-1 0,0 0 0,0 0 0,0 1 0,0-1 0,0 0 0,0 1 0,0-1 0,0 0 0,0 0 0,0 1 0,1-1 0,-1 0 0,0 0 0,0 1 0,0-1 0,0 0 0,1 0 0,-1 1 0,0-1 0,0 0 0,1 0 0,-1 0 0,0 0 0,0 1 0,1-1 0,-1 0 0,0 0 0,0 0 0,1 0 0,7 4 0,1-1 0,-1 0 0,1 0 0,12 1 0,79 11 0,0-5 0,186-6 0,-225-4 0,-40 0 0,-13 0 0,0 1 0,0-1 0,0-1 0,0 1 0,0-1 0,-1-1 0,1 1 0,0-1 0,12-6 0,-20 8 0,1 0 0,-1 0 0,0 0 0,0 0 0,0 0 0,0 0 0,0 0 0,0 0 0,1 0 0,-1 0 0,0 0 0,0 0 0,0 0 0,0-1 0,0 1 0,0 0 0,0 0 0,0 0 0,0 0 0,1 0 0,-1 0 0,0 0 0,0-1 0,0 1 0,0 0 0,0 0 0,0 0 0,0 0 0,0 0 0,0 0 0,0-1 0,0 1 0,0 0 0,0 0 0,0 0 0,0 0 0,0 0 0,0-1 0,0 1 0,0 0 0,0 0 0,0 0 0,-1 0 0,1 0 0,0 0 0,0 0 0,0-1 0,0 1 0,0 0 0,0 0 0,0 0 0,0 0 0,0 0 0,-1 0 0,1 0 0,0 0 0,0 0 0,0 0 0,0-1 0,-14-3 0,-17-2 0,-413-25 0,350 21 0,1-5 0,0-3 0,-90-31 0,149 39 0,0 2 0,-1 2 0,0 1 0,0 1 0,0 2 0,-68 6 0,85-1 0,-1 1 0,1 1 0,-28 12 0,29-10 0,0-1 0,0 0 0,-1-2 0,-19 4 0,-91-5 0,96-5 0,0 3 0,-1 0 0,-46 9 0,1 11 0,41-10 0,-48 6 0,206 2 0,86-7 0,212-14 0,-294-7 0,133-28 0,-144 18 0,189-9 0,-255 28 0,617-29 0,-504 9 0,-13 0 0,177 0 0,192 22 0,-491 1 0,-1 1 0,0 1 0,0 1 0,0 1 0,0 1 0,-1 1 0,31 17 0,-16-8 0,-28-14 0,0 1 0,0 1 0,-1 0 0,0 0 0,0 1 0,-1 0 0,0 1 0,0 0 0,15 17 0,-19-17 0,0 0 0,0 1 0,-1-1 0,0 1 0,0 0 0,-1 0 0,0 1 0,-1-1 0,0 1 0,0-1 0,-1 1 0,0 15 0,-1-12 0,-1 0 0,0 0 0,-1 0 0,0-1 0,-1 1 0,0-1 0,-1 0 0,-7 16 0,-6 6 0,-32 46 0,8-12 0,32-56 0,0 0 0,0-1 0,-2 0 0,1 0 0,-1-1 0,-1 0 0,1-1 0,-2 0 0,1-1 0,-1 0 0,-1-1 0,1-1 0,-1 0 0,-18 5 0,-24 5 0,-1-1 0,-72 8 0,45-8 0,-61 7 0,125-20 0,0-1 0,0-2 0,0 0 0,0-1 0,-26-5 0,-21-4 0,-2 2 0,1 4 0,-135 7 0,64 1 0,-17-6 0,-169 7 0,222 10 0,63-7 0,-53 3 0,-548-9 0,308-3 0,302 3 0,1 2 0,-34 8 0,31-5 0,-51 3 0,64-8 0,-346-3 0,349-1 0,0 0 0,0-1 0,0-1 0,-29-12 0,29 10 0,-2 0 0,-37-8 0,101 18 0,60-4 0,-28 0 0,444 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8:27.658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62 974 24575,'58'0'0,"7"-2"0,1 4 0,110 17 0,-173-19 0,27 5 0,-1 2 0,1 1 0,47 20 0,-62-22 0,0-1 0,0 0 0,0-2 0,1 1 0,-1-2 0,25 2 0,101-7 0,-56 0 0,-52 3 0,1-1 0,-1-2 0,50-11 0,-47 8 0,1 2 0,-1 1 0,1 2 0,42 3 0,75-2 0,-72-15 0,-60 10 0,1 1 0,31-2 0,358 7 0,-364 1 0,64 11 0,-63-6 0,59 2 0,23-11 0,99 3 0,-174 6 0,61 16 0,-71-13 0,0-1 0,75 3 0,-64-11 0,106 15 0,-95-7 0,-1-3 0,1-3 0,120-10 0,-174 4 0,-1 0 0,0 0 0,-1-2 0,1 0 0,-1 0 0,0-1 0,16-10 0,38-17 0,-53 29 0,0-2 0,-1 1 0,1-2 0,-1 0 0,0 0 0,15-13 0,-22 16 0,-1-1 0,1 0 0,-1-1 0,0 1 0,-1 0 0,1-1 0,-1 0 0,0 0 0,-1 0 0,1 0 0,-1-1 0,0 1 0,-1-1 0,1 1 0,0-12 0,0-26 0,-4-53 0,0 65 0,1 0 0,2 0 0,1 1 0,7-37 0,-6 53 0,0-1 0,-1 1 0,0-1 0,-2 0 0,1 0 0,-2 1 0,0-1 0,-1 0 0,-6-22 0,4 26 0,-1 0 0,1 0 0,-2 0 0,0 0 0,0 1 0,-1 0 0,-1 0 0,0 1 0,0 0 0,-1 1 0,-19-17 0,3 8 0,-1 2 0,0 1 0,-1 1 0,0 1 0,-55-16 0,0-2 0,67 25 0,-1 1 0,0 1 0,0 1 0,0 0 0,-31-1 0,-87 6 0,50 1 0,46-2 0,-6 0 0,0-2 0,0-1 0,-72-14 0,91 11 0,-1 2 0,1 1 0,-32 1 0,33 1 0,1 0 0,-1-2 0,1-1 0,-26-6 0,2 0 0,0 2 0,0 2 0,0 2 0,-92 6 0,29 0 0,-1461-3 0,1548 1 0,1 2 0,-42 9 0,40-7 0,0-1 0,-30 3 0,-5-6 0,25-2 0,0 2 0,0 1 0,1 2 0,-1 2 0,-44 12 0,33-4 0,21-7 0,0 1 0,1 1 0,-34 18 0,48-20 0,1-1 0,0 1 0,0 0 0,1 0 0,0 1 0,1 0 0,-1 1 0,1-1 0,1 1 0,0 0 0,0 1 0,1-1 0,-6 18 0,3-3 0,0 1 0,1 0 0,2 0 0,-3 41 0,7-58 0,1 1 0,0-1 0,1 1 0,0-1 0,0 0 0,0 0 0,1 0 0,1 0 0,-1 0 0,1-1 0,1 0 0,8 13 0,8 6 0,44 45 0,-21-25 0,-13-13 0,1-1 0,62 46 0,-89-75-151,1 0-1,0 0 0,0 0 0,0-1 1,1 0-1,-1 0 0,0-1 1,14 2-1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3:20.328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840 154 24575,'-178'14'0,"26"1"0,63-12 0,0-3 0,-160-21 0,210 16 0,30 5 0,26 5 0,69 6 0,0-3 0,0-3 0,88-8 0,-53 1 0,-13 3 0,115-4 0,-221 3 0,1 0 0,-1 0 0,0 0 0,0 0 0,1-1 0,-1 1 0,0-1 0,0 0 0,0 0 0,0 1 0,0-1 0,0-1 0,2 0 0,-3 1 0,-1 1 0,0-1 0,0 1 0,1 0 0,-1-1 0,0 1 0,0-1 0,0 1 0,0-1 0,0 1 0,0-1 0,0 1 0,1-1 0,-2 1 0,1-1 0,0 1 0,0-1 0,0 1 0,0-1 0,0 1 0,0 0 0,0-1 0,0 1 0,-1-1 0,1 1 0,0-1 0,0 1 0,-1 0 0,1-1 0,0 1 0,-1-1 0,1 1 0,0 0 0,-2-1 0,-1-2 0,-2-1 0,1 2 0,0-1 0,-1 0 0,1 1 0,-1 0 0,1 0 0,-1 0 0,0 1 0,-5-2 0,-48-4 0,1 2 0,0 3 0,-66 5 0,22 0 0,42-2 0,28 1 0,1-1 0,-1-2 0,0-1 0,-48-10 0,78 12 0,1 0 0,-1 0 0,1 0 0,-1 0 0,1 0 0,-1 0 0,1 0 0,0 0 0,-1-1 0,1 1 0,-1 0 0,1 0 0,-1 0 0,1-1 0,-1 1 0,1 0 0,0 0 0,-1-1 0,1 1 0,0 0 0,-1-1 0,1 1 0,0-1 0,-1 1 0,1 0 0,0-1 0,0 1 0,-1-1 0,1 1 0,0-1 0,0 0 0,12-7 0,29-4 0,-41 11 0,70-10 0,1 3 0,-1 3 0,126 7 0,-76 1 0,-69-2 0,-24 0 0,1 0 0,27-5 0,-55 4 0,1 1 0,-1-1 0,0 0 0,0 0 0,0 0 0,0 0 0,0 0 0,1 0 0,-1 0 0,0 0 0,0 0 0,0 0 0,0 0 0,1 0 0,-1 0 0,0 0 0,0 0 0,0 0 0,0 0 0,0 0 0,1 0 0,-1 0 0,0 0 0,0 0 0,0 0 0,0 0 0,1 0 0,-1 0 0,0 0 0,0-1 0,0 1 0,0 0 0,0 0 0,0 0 0,0 0 0,1 0 0,-1 0 0,0-1 0,0 1 0,0 0 0,0 0 0,0 0 0,0 0 0,0 0 0,0-1 0,0 1 0,0 0 0,0 0 0,0 0 0,0 0 0,0 0 0,0-1 0,0 1 0,0 0 0,0 0 0,0 0 0,0 0 0,0-1 0,0 1 0,0 0 0,0 0 0,0 0 0,0 0 0,0-1 0,-15-6 0,-22-3 0,-537-29 0,554 41 0,20-1 0,0-1 0,0 0 0,0 0 0,0 0 0,-1 0 0,1 0 0,0 0 0,0 0 0,0 1 0,0-1 0,0 0 0,0 0 0,0 0 0,0 0 0,0 0 0,0 0 0,0 1 0,0-1 0,0 0 0,0 0 0,0 0 0,0 0 0,0 0 0,0 1 0,0-1 0,0 0 0,0 0 0,0 0 0,0 0 0,0 0 0,0 0 0,0 1 0,0-1 0,0 0 0,0 0 0,0 0 0,1 0 0,-1 0 0,0 0 0,0 0 0,0 0 0,0 1 0,0-1 0,0 0 0,0 0 0,1 0 0,-1 0 0,0 0 0,0 0 0,0 0 0,0 0 0,0 0 0,0 0 0,1 0 0,-1 0 0,33 12 0,79 6 0,151 5 0,116-17 0,34 2 0,723 11 0,-1041-20 0,121-13 0,-13 1 0,-163 14 0,65 12 0,17 0 0,-48-12 0,-41-2 0,1 2 0,-1 0 0,1 3 0,-1 1 0,0 1 0,56 18 0,-51-9 0,0-3 0,46 10 0,69 10 0,-151-32 0,1 0 0,-1 1 0,1-1 0,-1 1 0,0-1 0,1 1 0,-1 0 0,0 0 0,0 0 0,0 0 0,0 0 0,0 0 0,0 1 0,0-1 0,0 1 0,0-1 0,0 1 0,-1 0 0,1-1 0,-1 1 0,1 0 0,1 4 0,-4-1 0,-7-8 0,-7-9 0,-41-47 0,35 36 0,-1 0 0,-35-27 0,48 43 0,1 1 0,-1 1 0,-1 0 0,1 0 0,-1 1 0,0 0 0,0 1 0,0 0 0,0 0 0,0 1 0,-14-1 0,74 2 0,-32 0 0,1 0 0,0 1 0,-1 1 0,1 1 0,30 7 0,-45-7 0,1 1 0,-1 0 0,1 0 0,-1 0 0,0 1 0,0-1 0,0 1 0,-1 0 0,1 0 0,-1 1 0,0-1 0,0 1 0,-1-1 0,1 1 0,2 8 0,5 11 0,11 45 0,-17-57 0,12 43 0,-5-21 0,-1 0 0,-2 1 0,-1 0 0,-2 0 0,2 71 0,-7-103 0,-1 0 0,1 1 0,-1-1 0,0 0 0,0 0 0,0 0 0,0 1 0,0-1 0,-1 0 0,1-1 0,-1 1 0,0 0 0,0 0 0,0-1 0,0 1 0,-1-1 0,-2 3 0,-1-1 0,1 0 0,-1-1 0,1 0 0,-1 0 0,0-1 0,-1 1 0,1-1 0,-9 2 0,-10 0 0,-1-1 0,0-1 0,-38-2 0,53 0 0,7 0 0,-33-1 0,1 1 0,0 2 0,0 1 0,-41 10 0,-103 18 0,156-27 0,0 0 0,-1-2 0,1 0 0,0-2 0,-1-1 0,1-1 0,0 0 0,0-2 0,0-1 0,0-1 0,-35-14 0,32 12 0,0 2 0,0 1 0,-1 1 0,0 2 0,0 1 0,-43 3 0,34-1 0,0-1 0,0-2 0,-37-7 0,26 2 0,-1 2 0,-72 3 0,-23-3 0,62-10 0,60 10 0,0 1 0,-33-2 0,-260 5 0,145 2 0,140 1 0,1 1 0,-37 8 0,34-5 0,-52 4 0,-413-9 0,238-3 0,228 4 0,1 1 0,-35 7 0,32-3 0,-50 2 0,57-10 0,1-1 0,-1-1 0,-26-7 0,22 4 0,-52-3 0,68 7 0,1 0 0,0 0 0,-1-2 0,1 1 0,1-2 0,-1 1 0,1-2 0,-1 0 0,2 0 0,-1-1 0,1 0 0,0-1 0,0-1 0,1 0 0,0 0 0,1-1 0,0 0 0,0 0 0,1-1 0,-8-14 0,-14-13 0,24 33 0,1 0 0,0-1 0,1 1 0,-1-1 0,1 0 0,1-1 0,-1 1 0,1 0 0,0-1 0,0 0 0,-3-13 0,6 19 0,0 0 0,0 0 0,0 0 0,0 0 0,0 0 0,0 1 0,0-1 0,0 0 0,1 0 0,-1 0 0,0 0 0,1 0 0,-1 0 0,1 0 0,-1 0 0,1 0 0,-1 0 0,1 1 0,-1-1 0,1 0 0,0 0 0,0 1 0,-1-1 0,1 0 0,0 1 0,1-1 0,1 0 0,-1 0 0,1 0 0,-1 0 0,1 1 0,0-1 0,-1 1 0,1 0 0,0 0 0,-1 0 0,4 0 0,4 2 0,-1-1 0,1 1 0,-1 1 0,14 4 0,58 26 0,0-4 0,119 25 0,-148-43 0,0-3 0,1-2 0,0-3 0,0-1 0,61-7 0,-45-10 0,-52 11 0,1 0 0,28-3 0,-9 2 0,-2-1 0,1-1 0,-1-3 0,38-14 0,69-18 0,-58 23 0,0 3 0,1 5 0,122-2 0,-202 13 0,80 3 0,0-4 0,123-18 0,-148 12 0,0 2 0,89 6 0,37-3 0,-69-12 0,-67 6 0,61 0 0,-49 9 0,123 17 0,-130-12 0,-1-2 0,58-4 0,56 3 0,-86 12 0,-61-10 0,0-1 0,35 2 0,-16-7-78,28 0 267,-64 1-294,0 0-1,0 1 1,0 0-1,0-1 1,-1 1 0,1 0-1,0 1 1,-1-1-1,1 1 1,-1-1-1,1 1 1,-1 0-1,4 4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8:04.844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1 1 24575,'30'1'0,"0"2"0,35 8 0,-32-5 0,51 3 0,102-9 0,55 2 0,-193 1 0,0 2 0,-1 3 0,48 13 0,-55-12 0,0-2 0,42 3 0,30 5 0,-53-8 0,0-2 0,115-6 0,29 2 0,-4 27 0,-98-16 0,-82-8 0,0 0 0,1-2 0,-1-1 0,1 0 0,-1-1 0,1-1 0,-1-1 0,29-6 0,-41 6 0,28-9 0,-1 2 0,1 1 0,1 2 0,59-2 0,291 33 0,-282-10 0,-39-5 0,106 3 0,-62-12 0,113-5 0,-140-10 0,-59 9 0,-1 1 0,33-2 0,114 6-1365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8:10.136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0 0 24575,'35'3'0,"0"1"0,0 1 0,-1 2 0,59 20 0,-53-14 0,0-3 0,79 12 0,306-18 0,-217-7 0,-150 2 0,-2 0 0,0 2 0,-1 3 0,58 11 0,-80-10 0,0-2 0,1-1 0,-1-2 0,0-1 0,1-1 0,39-9 0,-17 4 0,73-3 0,166 10 0,-119 3 0,-115-4 0,1 3 0,87 15 0,-84-3 0,49 9 0,-102-22 0,1 0 0,0 0 0,-1-1 0,1-1 0,0 0 0,22-6 0,-31 6 0,38-12 0,1 2 0,0 2 0,1 2 0,64-3 0,678 12-1365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3:40.852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2470 123 24575,'48'0'0,"1"3"0,64 12 0,-77-9 0,4 1 0,56 16 0,-113-18 0,-20-2 0,-933-5 0,932 0 0,1-2 0,-1-2 0,-57-16 0,-10-2 0,57 15 0,3 0 0,-2 1 0,-71-1 0,92 8 0,0-2 0,-35-7 0,33 4 0,-54-3 0,-345 9 0,201 1 0,196 1 0,-1 0 0,-33 9 0,31-5 0,-51 3 0,-54-9 0,1248 2 0,-536-4 0,-547 0 0,-1 0 0,36-9 0,35-3 0,2-2 0,-70 10 0,48-4 0,576 7 0,-332 6 0,-290-4 0,-1-2 0,34-8 0,-31 5 0,51-3 0,-35 10 0,90 13 0,-86-6 0,69 0 0,331-9 0,-443 1 0,-1 1 0,0 0 0,0 0 0,1 1 0,-1 0 0,0 0 0,-1 1 0,1 1 0,0-1 0,-1 1 0,0 1 0,0 0 0,10 7 0,-15-9 0,1 0 0,0 0 0,-1 1 0,0-1 0,0 1 0,0 0 0,0 0 0,0 1 0,-1-1 0,0 0 0,0 1 0,0-1 0,0 1 0,-1 0 0,0-1 0,0 1 0,0 0 0,0 0 0,-1 0 0,0 0 0,0 0 0,0 0 0,-1-1 0,0 1 0,0 0 0,-1 5 0,-11 34 0,-26 108 0,38-145 0,0 0 0,-1 1 0,-1-1 0,1 0 0,-1 0 0,0 0 0,-1-1 0,1 1 0,-1-1 0,-1 0 0,1 0 0,-1 0 0,0-1 0,0 1 0,-1-1 0,-11 8 0,7-7 0,0-1 0,0 0 0,0-1 0,-1 0 0,0 0 0,0-1 0,0-1 0,0 0 0,0 0 0,-18-1 0,-99 13 0,80-7 0,-52 0 0,45-6 0,27 1 0,0-1 0,0-1 0,0-2 0,1-1 0,-1-1 0,1-1 0,-29-10 0,8-4 0,0 1 0,-2 3 0,0 1 0,0 3 0,-1 3 0,-1 1 0,-52 1 0,-1257 7 0,1331 1 0,-1 1 0,-33 7 0,31-4 0,-51 3 0,-654-7 0,360-4 0,345 1 0,0 2 0,0 2 0,-64 12 0,73-10 0,1-1 0,-25 0 0,52-9 0,0 0 0,1 1 0,0-1 0,0 1 0,0 0 0,0 0 0,12-6 0,-10 9 0,0-1 0,-1 2 0,1-1 0,0 1 0,0 0 0,0 0 0,0 1 0,0-1 0,-1 2 0,1-1 0,0 1 0,-1 0 0,1 0 0,11 7 0,37 9 0,8-11 0,0-2 0,123-6 0,-60-2 0,571 3 0,-668 1 0,0 2 0,39 9 0,-7-1 0,144 23 0,62-3 0,-169-17 0,-58-8 0,68 4 0,589-11 0,-650-3 0,0-1 0,0-3 0,68-20 0,-71 17 0,2-2 0,60-11 0,-81 19 0,-1-1 0,1-1 0,40-19 0,-46 17 0,1 1 0,1 1 0,-1 1 0,1 0 0,42-4 0,-21 6 0,50-12 0,-46 8 0,-42 7 0,1 0 0,0 0 0,-1-1 0,1 1 0,-1-1 0,0 0 0,0 0 0,0 0 0,0-1 0,0 0 0,0 0 0,5-4 0,-9 6 0,1 0 0,0 0 0,-1 1 0,1-1 0,-1 0 0,1 0 0,-1 0 0,0 0 0,1 0 0,-1 1 0,0-1 0,1 0 0,-1 0 0,0 0 0,0 0 0,0 0 0,0 0 0,0 0 0,0 0 0,0 0 0,0 0 0,0 0 0,-1 0 0,1-1 0,-2 0 0,1 0 0,0 0 0,-1 1 0,1-1 0,-1 0 0,0 1 0,1-1 0,-1 1 0,0-1 0,0 1 0,0 0 0,0 0 0,0 0 0,-4-1 0,-6-3 0,0 1 0,0 1 0,0 0 0,0 1 0,0 0 0,-1 0 0,1 2 0,-18 0 0,-10 4 0,-51 11 0,56-9 0,0 0 0,-37 0 0,72-6 0,-35 0 0,0 1 0,1 1 0,-56 12 0,68-8 0,-1-2 0,1-1 0,-1-1 0,1 0 0,-1-2 0,0 0 0,1-2 0,-1-1 0,1 0 0,0-2 0,0 0 0,0-2 0,1 0 0,0-2 0,-22-11 0,-8-10 0,19 11 0,0 1 0,-1 2 0,-45-16 0,54 23 0,0-1 0,-31-18 0,42 20 0,-1 0 0,-1 1 0,1 1 0,-1 0 0,0 1 0,-1 0 0,1 1 0,-27-2 0,4 4 0,0 2 0,-1 1 0,1 3 0,-64 13 0,-79 14 0,156-27 0,-1 0 0,0-2 0,-32-2 0,34 0 0,-1 0 0,1 2 0,-47 9 0,-73 27 0,111-32 0,-1-2 0,-1 0 0,1-3 0,-52-3 0,17 0 0,58 2-136,0-1-1,0 0 1,0 0-1,0-1 1,1-1-1,-1 0 1,1 0-1,-1-1 0,-14-8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7:51.267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0 152 24575,'210'-15'0,"-4"-1"0,-174 14 0,1-1 0,-1-2 0,53-15 0,16-3 0,-12 8 0,1 3 0,110 1 0,-156 9 0,69-11 0,-68 6 0,67-1 0,521 9 0,-593 2 0,-1 2 0,0 1 0,0 1 0,49 18 0,-47-13 0,0-1 0,1-2 0,65 5 0,-70-13 0,-4-1 0,1 2 0,-1 1 0,35 9 0,-40-7 0,57 4 0,-64-9 0,0 2 0,0 1 0,0 0 0,-1 1 0,28 10 0,-19-3 0,-1 1 0,-1 1 0,0 1 0,-1 2 0,0 0 0,-1 2 0,24 23 0,2 3 0,-28-25 0,39 41 0,-42-36-455,-1 2 0,27 44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7:52.436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3021 1 24575,'-1664'0'0,"1169"31"0,1 0 0,166-4 0,288-20-1365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7:54.585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1 32 24575,'1937'0'0,"-1908"-1"0,1-2 0,36-9 0,-34 6 0,53-3 0,368 9 0,-434 1 0,-1 1 0,0 1 0,25 7 0,41 4 0,-35-8 0,81 19 0,-89-15 0,0-2 0,0-1 0,50 0 0,-2-7-1365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3:54.245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1549 518 24575,'-27'-3'0,"0"0"0,0-2 0,1 0 0,0-2 0,-40-16 0,-35-9 0,4 8 0,-1 5 0,-1 5 0,-153-4 0,4 3 0,-23 0 0,226 17 0,28-1 0,0 0 0,-1-1 0,1-1 0,0 0 0,-23-5 0,39 6 0,1 0 0,-1-1 0,1 1 0,-1 0 0,1 0 0,-1 0 0,1 0 0,-1 0 0,1 0 0,-1-1 0,1 1 0,-1 0 0,1 0 0,-1-1 0,1 1 0,0 0 0,-1-1 0,1 1 0,0 0 0,-1-1 0,1 1 0,0-1 0,-1 1 0,1-1 0,0 1 0,0 0 0,-1-1 0,1 1 0,0-2 0,11-8 0,34-5 0,-39 13 0,16-6 0,-1 0 0,0-1 0,-1-1 0,0-1 0,0 0 0,-1-2 0,-1 0 0,0-1 0,-1-1 0,-1-1 0,23-27 0,-35 37 0,1 1 0,0 0 0,0 0 0,0 0 0,0 1 0,1 0 0,0 0 0,0 0 0,0 1 0,0-1 0,1 2 0,-1-1 0,1 1 0,0 0 0,-1 0 0,1 0 0,0 1 0,10 0 0,7 1 0,0 1 0,0 2 0,-1 0 0,27 7 0,-26-4 0,1-2 0,0 0 0,36 0 0,-19-8 0,-1-2 0,54-14 0,52-8 0,-77 22 0,66-9 0,-64 6 0,0 3 0,137 7 0,-78 1 0,668-2 0,-743 3 0,61 10 0,-62-5 0,69 0 0,-49-9 0,-19 0 0,0 1 0,1 3 0,69 13 0,-85-10 0,0-2 0,1-1 0,57-4 0,-58-1 0,0 2 0,0 2 0,59 9 0,-48-3 0,-1-2 0,1-3 0,76-4 0,71 4 0,-195-2 4,0-1 1,0 1-1,0-1 0,0 1 0,0 0 0,0 1 0,0-1 1,0 1-1,0 0 0,-1 0 0,1 0 0,-1 0 1,1 0-1,-1 1 0,0 0 0,0 0 0,0-1 0,0 2 1,0-1-1,-1 0 0,3 5 0,1 4-137,-1 0 0,-1 0 0,0 0-1,-1 0 1,3 20 0,-1-12-525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4:07.200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1 278 24575,'3'0'0,"0"1"0,0-1 0,0 1 0,0 0 0,-1 0 0,1 0 0,0 1 0,0-1 0,-1 1 0,1-1 0,0 1 0,3 3 0,32 32 0,-18-17 0,3 0 0,7 8 0,64 45 0,-83-66 0,0 0 0,0-1 0,1-1 0,-1 0 0,1-1 0,0 0 0,1 0 0,-1-1 0,1-1 0,18 1 0,107 10 0,25 1 0,476-15 0,-617-1 0,0 0 0,-1-2 0,1 0 0,-1-2 0,22-7 0,-22 5 0,1 2 0,0 0 0,1 2 0,36-4 0,67 11 0,-78-1 0,0-1 0,-1-3 0,79-12 0,-53 3 0,1 4 0,1 2 0,108 8 0,-44-1 0,-102-4 0,-1-1 0,1-3 0,-1-1 0,0-1 0,-1-2 0,51-21 0,-39 15 0,53-9 0,-84 21 0,35-8 0,0 1 0,1 3 0,83-2 0,-112 9 0,1-2 0,39-8 0,-37 6 0,50-4 0,36 10 0,48-2 0,-78-14 0,-60 10 0,0 0 0,34-1 0,82 6 0,-179 20 0,29-13 0,-1 0 0,0-1 0,-21 8 0,-74 17 0,-22 5 0,115-32 0,1 1 0,-1 0 0,-21 11 0,25-10 0,0-1 0,0-1 0,0 0 0,-1 0 0,1-1 0,-25 3 0,17-7 0,1 0 0,-1-2 0,0 0 0,1-1 0,-1-1 0,1-1 0,0 0 0,1-2 0,-17-8 0,34 16 0,0 0 0,0 0 0,0 0 0,0 0 0,1 0 0,-1 0 0,0 0 0,0 0 0,0 0 0,0 0 0,0 0 0,0 0 0,0 0 0,1-1 0,-1 1 0,0 0 0,0 0 0,0 0 0,0 0 0,0 0 0,0 0 0,0 0 0,0 0 0,1 0 0,-1 0 0,0 0 0,0 0 0,0-1 0,0 1 0,0 0 0,0 0 0,0 0 0,0 0 0,0 0 0,0 0 0,0 0 0,0-1 0,0 1 0,0 0 0,0 0 0,0 0 0,0 0 0,0 0 0,0 0 0,0 0 0,0-1 0,0 1 0,0 0 0,0 0 0,0 0 0,0 0 0,0 0 0,0 0 0,0 0 0,0-1 0,0 1 0,0 0 0,0 0 0,0 0 0,-1 0 0,1 0 0,21-3 0,26 1 0,478 4 0,-518-2 0,0-1 0,-1 1 0,1-1 0,0-1 0,-1 1 0,9-4 0,-14 5 0,0 0 0,0-1 0,0 1 0,0-1 0,0 1 0,0-1 0,0 1 0,0-1 0,0 1 0,0-1 0,-1 0 0,1 0 0,0 1 0,0-1 0,-1 0 0,1 0 0,0 0 0,-1 0 0,1 0 0,-1 0 0,1 0 0,-1 0 0,0 0 0,1 0 0,-1 0 0,0 0 0,0 0 0,1 0 0,-1-1 0,0 1 0,0 0 0,0 0 0,-1 0 0,1 0 0,0 0 0,0 0 0,-1 0 0,1 0 0,0 0 0,-1 0 0,1 0 0,-1 0 0,1 0 0,-1 0 0,0 0 0,1 0 0,-1 0 0,-1-1 0,-7-6 0,0 1 0,0-1 0,-1 1 0,0 1 0,0 0 0,-1 0 0,1 1 0,-22-7 0,21 8 0,-126-44 0,-282-61 0,364 100 0,0 1 0,0 3 0,-83 4 0,117 0 0,1-1 0,-1-1 0,-26-6 0,24 3 0,-1 2 0,-27-1 0,-70 6 0,77 1 0,0-2 0,1-1 0,-69-12 0,38 2 0,0 3 0,-1 3 0,-111 8 0,45 0 0,39-5 0,-116 4 0,106 18 0,66-10 0,45-10 0,0 0 0,0 0 0,0 0 0,0 0 0,0 0 0,0 0 0,0 1 0,0-1 0,0 0 0,0 1 0,0-1 0,0 1 0,0-1 0,0 1 0,0 0 0,1-1 0,-1 1 0,0 0 0,0 0 0,1-1 0,-1 1 0,0 0 0,1 0 0,-2 2 0,2-2 0,1 0 0,-1 0 0,0 0 0,0 1 0,0-1 0,1 0 0,-1 0 0,1 0 0,-1 0 0,1 0 0,-1 0 0,1 1 0,-1-1 0,1 0 0,0-1 0,0 1 0,0 0 0,0 1 0,10 8 0,0-1 0,24 16 0,-21-16 0,38 31 0,2-3 0,68 36 0,-100-62 0,1-1 0,0-1 0,1 0 0,0-2 0,0-1 0,1-1 0,0-1 0,47 2 0,-18-7 0,-1-2 0,82-15 0,-71 10 0,1 2 0,0 3 0,76 6 0,-17-1 0,0-4 0,139 5 0,-253-2-105,0 1 0,0 0 0,0 1 0,0 0 0,0 1 0,-1 0 0,0 0 0,0 1 0,0 0 0,0 0 0,-1 1 0,12 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4:10.418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7:41.635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4011 125 24575,'-165'2'0,"-174"-5"0,237-12 0,67 9 0,-52-3 0,-55-8 0,67 6 0,13 3 0,-248-18 0,215 27 0,14 1 0,-1-4 0,-102-15 0,101 7 0,0 4 0,-131 7 0,73 2 0,-931-3 0,1019 2 0,-60 11 0,59-5 0,-66 0 0,-198-9 0,318 1 0,0 0 0,0 0 0,0 0 0,0 0 0,0 0 0,0 0 0,0 0 0,0 0 0,0 0 0,0 0 0,0 0 0,0 0 0,0 0 0,0 1 0,0-1 0,0 0 0,0 0 0,0 0 0,0 0 0,0 0 0,0 0 0,0 0 0,0 0 0,0 0 0,0 0 0,0 0 0,0 0 0,0 0 0,0 0 0,0 1 0,0-1 0,0 0 0,0 0 0,0 0 0,0 0 0,0 0 0,0 0 0,0 0 0,0 0 0,0 0 0,-1 0 0,1 0 0,0 0 0,0 0 0,0 0 0,0 0 0,13 6 0,20 4 0,250 16 0,-196-20 0,481 41 0,-309-26 0,414-19 0,-613-4 0,0-3 0,102-22 0,-94 6 0,-45 13 0,0 1 0,0 0 0,39-4 0,366 6 0,-223 9 0,173-4-1365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4:43.619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0 0 24541,'0'491'0,"4127"-491"0,-4127-491 0,-4127 491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4:49.012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303 211 24575,'131'0'0,"425"-19"0,-460 12 0,107 5 0,52-2 0,-73-24 0,34-3 0,-153 19 0,127-8 0,46 36 0,-1 0 0,428-17 0,-631 3 0,1 1 0,42 11 0,-4-2 0,-70-12 0,30 6 0,-30-6 0,0 0 0,0 1 0,0-1 0,1 0 0,-1 0 0,0 1 0,0-1 0,0 1 0,0-1 0,0 1 0,0-1 0,0 1 0,0-1 0,0 1 0,0 0 0,0 0 0,0 0 0,-1-1 0,1 1 0,0 0 0,0 1 0,-3 0 0,-1-1 0,1 1 0,-1-1 0,1 0 0,-1 0 0,1 0 0,-1-1 0,0 1 0,0-1 0,1 1 0,-1-1 0,0 0 0,0 0 0,-4 0 0,4 0 0,-441-14 0,244 1 0,179 12 0,-231-19 0,213 14 0,1-1 0,0-2 0,0-2 0,-53-23 0,63 24 0,0 2 0,-1 1 0,0 1 0,0 1 0,-1 2 0,-56 0 0,-39-5 0,50 0 0,0 3 0,0 3 0,-1 4 0,-82 12 0,-44-3 0,78-7 0,12 10 0,-21 0 0,74-13 0,27-2 0,1 2 0,-1 0 0,1 3 0,0 0 0,0 2 0,-41 13 0,49-12 0,-1-1 0,1-1 0,-1-2 0,0 0 0,0-1 0,-45-3 0,-41 2 0,82 3 0,0 2 0,-47 14 0,50-12 0,-1-1 0,1-1 0,-41 3 0,8-8-1365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5:11.172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4088 356 24575,'-19'-2'0,"1"-1"0,0-1 0,0-1 0,0-1 0,-31-14 0,33 14 0,-205-95 0,-103-37 0,295 131 0,0 1 0,0 2 0,-1 1 0,0 1 0,0 1 0,-33 4 0,17-1 0,-68-7 0,-591-20 0,542 26 0,125 1 0,-65 11 0,62-6 0,-47 1 0,-124-10 0,-91 4 0,282 2 0,0 0 0,0 1 0,1 2 0,-1 0 0,-27 14 0,23-10 0,-1-1 0,-43 12 0,-1-10 0,-1-2 0,0-4 0,-83-3 0,113-2 0,-71 13 0,68-7 0,-60 2 0,55-8 0,-111-4 0,157 3 0,0-1 0,0 1 0,0-1 0,0 1 0,0-1 0,0 0 0,1 0 0,-1 0 0,0 0 0,0-1 0,1 1 0,-1-1 0,-3-2 0,5 3 0,0 0 0,1 0 0,-1-1 0,0 1 0,0 0 0,0 0 0,1-1 0,-1 1 0,1 0 0,-1-1 0,1 1 0,-1-1 0,1 1 0,0-1 0,0 1 0,0-1 0,0 1 0,0-1 0,0-1 0,1-2 0,1 0 0,-1 0 0,1 0 0,0 1 0,0-1 0,1 1 0,-1-1 0,1 1 0,0 0 0,0 0 0,1 0 0,-1 1 0,8-7 0,-4 5 0,1 0 0,0 0 0,0 0 0,0 1 0,1 0 0,-1 1 0,1 0 0,0 0 0,0 1 0,0 0 0,18-1 0,9 1 0,63 5 0,-51 0 0,-341-2 0,282 0 0,1 0 0,-1 1 0,1 0 0,0 1 0,-17 6 0,27-9 0,1 0 0,-1 0 0,0 0 0,0 0 0,0 0 0,0 0 0,0 0 0,0 0 0,0 0 0,0 1 0,1-1 0,-1 0 0,0 0 0,0 0 0,0 0 0,0 0 0,0 0 0,0 0 0,0 0 0,0 0 0,0 0 0,0 0 0,0 1 0,0-1 0,0 0 0,1 0 0,-1 0 0,0 0 0,0 0 0,0 0 0,0 0 0,0 1 0,0-1 0,0 0 0,0 0 0,0 0 0,0 0 0,0 0 0,0 0 0,0 0 0,-1 1 0,1-1 0,0 0 0,0 0 0,0 0 0,0 0 0,0 0 0,0 0 0,0 0 0,0 0 0,0 0 0,0 1 0,0-1 0,0 0 0,0 0 0,0 0 0,-1 0 0,1 0 0,0 0 0,0 0 0,0 0 0,0 0 0,0 0 0,0 0 0,0 0 0,-1 0 0,18 4 0,20 0 0,464-5 0,-707 19 0,155-12 0,-59-2 0,0 0 0,104-3 0,0 0 0,1 0 0,-1 0 0,1 1 0,-1 0 0,1 0 0,0 0 0,0 1 0,0 0 0,0 0 0,0 0 0,1 1 0,-1-1 0,1 1 0,0 0 0,0 1 0,0-1 0,1 1 0,0-1 0,-1 1 0,-3 9 0,-4 9 0,1 1 0,1 0 0,-9 40 0,11-34 0,-1 2 0,2 1 0,2 0 0,1 0 0,1 1 0,2-1 0,5 42 0,-4-67 0,0 0 0,0 1 0,1-1 0,0 0 0,1 0 0,0 0 0,0 0 0,0-1 0,1 1 0,0-1 0,0 0 0,1 0 0,0 0 0,1-1 0,-1 1 0,1-1 0,0-1 0,1 1 0,-1-1 0,1 0 0,0-1 0,0 1 0,1-1 0,-1-1 0,1 1 0,0-2 0,0 1 0,11 2 0,23 5 0,0-2 0,1-1 0,0-2 0,0-3 0,0-1 0,0-2 0,0-1 0,66-14 0,5 3 0,-95 13 0,1-1 0,-1-1 0,1 0 0,-1-2 0,0 0 0,0-1 0,-1-1 0,0-1 0,24-12 0,-11 2 0,1 2 0,1 1 0,0 1 0,1 2 0,0 2 0,47-8 0,82-7 0,-102 11 0,-1 2 0,2 2 0,87 0 0,-103 10 0,10 0 0,0-2 0,0-2 0,59-12 0,-55 6 0,1 3 0,1 3 0,84 6 0,-24 0 0,-60-2 0,-36 1 0,0-1 0,0-2 0,0 0 0,0-2 0,0 0 0,0-2 0,28-10 0,-26 6 0,0 1 0,0 1 0,1 1 0,0 2 0,0 1 0,0 1 0,42 3 0,-43-3 0,0-1 0,-1-1 0,1-1 0,-1-1 0,0-2 0,47-19 0,-37 13 0,-16 8 0,-1 0 0,1 2 0,-1 0 0,41-1 0,89 7 0,-54 1 0,-50-2 0,-16 1 0,1-2 0,34-5 0,-57 4 0,-1 0 0,0-1 0,1 1 0,-1-2 0,0 1 0,0-1 0,0 0 0,0 0 0,-1-1 0,1 0 0,-1 0 0,0-1 0,10-9 0,-12 9 0,-1 0 0,0 0 0,0 0 0,0 0 0,-1-1 0,1 1 0,-1-1 0,0 0 0,-1 1 0,0-1 0,0 0 0,1-11 0,-4-80 0,-1 55 0,3 35 0,-1 1 0,1-1 0,-1 0 0,-1 0 0,1 0 0,-1 0 0,-1 1 0,1-1 0,-1 1 0,0 0 0,0-1 0,-1 1 0,0 1 0,-6-9 0,6 10 0,0 1 0,0-1 0,-1 1 0,1 0 0,-1 0 0,0 0 0,1 0 0,-1 1 0,0 0 0,-1 0 0,1 0 0,0 1 0,0 0 0,-1 0 0,1 0 0,-1 1 0,1-1 0,-1 1 0,-6 1 0,9 0 0,-1-1 0,1 1 0,-1 0 0,1 0 0,0 1 0,0-1 0,0 0 0,-1 1 0,1 0 0,1 0 0,-1 0 0,0 0 0,0 0 0,1 0 0,-1 1 0,1 0 0,0-1 0,0 1 0,0 0 0,-2 3 0,3-4 0,0 0 0,1-1 0,-1 1 0,0 0 0,1 0 0,-1-1 0,1 1 0,0 0 0,0 0 0,-1 0 0,1-1 0,0 1 0,1 0 0,-1 0 0,0 0 0,0-1 0,1 1 0,-1 0 0,1 0 0,0-1 0,-1 1 0,1 0 0,0-1 0,0 1 0,0-1 0,0 1 0,0-1 0,0 1 0,1-1 0,-1 0 0,0 0 0,1 1 0,-1-1 0,1 0 0,-1 0 0,1-1 0,0 1 0,-1 0 0,3 0 0,7 3 0,-1-1 0,0 0 0,1-1 0,0 0 0,0 0 0,18-1 0,-16-1 0,-1 1 0,1 1 0,-1 0 0,24 6 0,-27-4 0,0 1 0,0-1 0,-1 2 0,0-1 0,1 1 0,-2 0 0,1 1 0,-1-1 0,0 2 0,-1-1 0,1 1 0,-1 0 0,-1 0 0,0 1 0,0-1 0,0 1 0,5 18 0,-7-20 0,-1 0 0,0 0 0,-1-1 0,1 1 0,-2 0 0,1 1 0,-1-1 0,0 0 0,0 0 0,0 0 0,-1 0 0,-1 0 0,1 0 0,-1 0 0,0-1 0,0 1 0,-1-1 0,0 1 0,0-1 0,-1 0 0,0 0 0,0 0 0,0 0 0,0-1 0,-9 8 0,-16 13 0,-86 70 0,103-90 0,0-1 0,0 0 0,0 0 0,0-1 0,-1-1 0,0 0 0,-24 2 0,-7 2 0,-11 0 0,-1-1 0,1-4 0,-78-5 0,18 0 0,91 3 0,3 1 0,0 0 0,0-2 0,0-1 0,-1-1 0,2 0 0,-41-13 0,-16-10 0,-119-24 0,-18-5 0,78 20 0,82 23 0,17 6 0,0 2 0,-1 1 0,-72 4 0,41 1 0,38 0 0,-62 11 0,60-7 0,-52 3 0,-50-8 0,58-2 0,1 3 0,-84 14 0,92-8 0,-1-3 0,-121-6 0,-62 2 0,239 2 0,-1-1 0,1 2 0,0-1 0,1 2 0,-17 7 0,15-6 0,1 0 0,-1-1 0,0-1 0,-19 4 0,-23-4 0,-100-4 0,65-2 0,82 2 0,0-1 0,0 0 0,0-1 0,1 0 0,-1 0 0,1-1 0,-1 0 0,1-1 0,-13-6 0,-16-8 0,-32-3-1365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7:20.662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1704 455 24575,'-238'16'0,"17"-1"0,-500-16 0,702 0 0,1-2 0,-1 0 0,1-1 0,0-1 0,0-1 0,0 0 0,1-1 0,-29-17 0,26 14 0,0 0 0,-1 1 0,0 1 0,0 1 0,-36-7 0,-103 10 0,150 4 0,774 0 0,-579-14 0,-23-1 0,563 13 0,-372 4 0,-318 0 0,1 2 0,-1 2 0,0 1 0,0 1 0,35 15 0,70 15 0,-82-26 0,1-3 0,119 3 0,-111-12 0,-1 3 0,68 11 0,-86-8 0,78-1 0,-10-2 0,-26 9 0,-71-8 0,1 0 0,-1-2 0,1 0 0,0-2 0,0 0 0,-1-1 0,25-4 0,20-7 0,-46 10 0,0-1 0,-1 0 0,1-2 0,-1 0 0,0-1 0,0 0 0,-1-2 0,19-10 0,-25 11 0,-2 2 0,0 0 0,0 0 0,-1 0 0,1-1 0,-1 0 0,-1-1 0,1 0 0,-1 0 0,-1 0 0,1 0 0,-1-1 0,5-10 0,-5 8 0,-1 0 0,0 0 0,-1-1 0,0 1 0,-1-1 0,0 0 0,0 0 0,-1 0 0,-1 1 0,0-1 0,0 0 0,-1 0 0,0 0 0,-4-14 0,3 18 0,0 0 0,-1 0 0,0 0 0,0 1 0,0-1 0,-1 1 0,0 0 0,0 0 0,-1 0 0,0 0 0,0 1 0,0 0 0,0 0 0,-1 0 0,0 0 0,0 1 0,0 0 0,-1 1 0,1-1 0,-1 1 0,-13-4 0,-10-3 0,-1 1 0,0 2 0,-1 1 0,-63-3 0,-558 10 0,475 14 0,2 1 0,-128-2 0,31 0 0,215-13 0,-154 2 0,-223 33 0,427-35 0,-150 18 0,136-18 0,-1-2 0,1 0 0,-1-1 0,1-1 0,-23-7 0,4 3 0,-1 1 0,1 2 0,-1 2 0,-70 6 0,14-2 0,66-1 0,-1-2 0,0-2 0,-62-12 0,80 10 0,0 2 0,-1 0 0,1 1 0,-1 0 0,1 1 0,-1 1 0,0 1 0,0 0 0,1 1 0,-1 0 0,1 2 0,-22 6 0,-44 22 0,54-23 0,0 1 0,1 1 0,1 2 0,-1 0 0,-36 27 0,58-36 0,0 1 0,0-1 0,1 0 0,0 1 0,-1 0 0,1 0 0,1 0 0,-1 0 0,1 0 0,0 0 0,0 1 0,0-1 0,1 1 0,0-1 0,-1 12 0,1 8 0,1 0 0,4 35 0,0-11 0,-4-41 0,1 0 0,0 0 0,1 1 0,0-1 0,0 0 0,1-1 0,0 1 0,0 0 0,1-1 0,0 1 0,0-1 0,1-1 0,0 1 0,0 0 0,0-1 0,1 0 0,0 0 0,0-1 0,1 0 0,-1 0 0,1 0 0,0-1 0,1 0 0,-1 0 0,1-1 0,-1 0 0,1 0 0,0-1 0,0 0 0,0 0 0,0-1 0,14 1 0,197 27 0,-140-16 0,139 6 0,-202-19 0,0-2 0,1 1 0,-1-2 0,-1 0 0,1-1 0,19-7 0,4-6 0,41-23 0,-64 32 0,19-8 0,48-16 0,-29 12 0,-15 6 0,1 3 0,0 1 0,1 1 0,79-4 0,171 11 0,-145 5 0,1164-3 0,-1273 2 0,-1 2 0,1 1 0,50 15 0,-58-12 0,1-1 0,0-1 0,0-2 0,1-1 0,54-1 0,-60-7-1365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5:28.497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277 491 24575,'39'0'0,"277"6"0,-240 0 0,0 3 0,84 21 0,-91-15 0,0-3 0,1-3 0,0-4 0,1-2 0,91-8 0,-36-8 0,100-5 0,-120 19 0,-1 4 0,147 26 0,-10-6 0,-175-22 0,-1 4 0,104 22 0,-133-21 0,1-2 0,0-2 0,0-2 0,60-3 0,-52-1 0,0 3 0,63 8 0,-14 17 0,-74-19 0,0 0 0,0-2 0,40 6 0,-23-8 0,56 12 0,-83-14 0,-1 0 0,1-1 0,-1 0 0,0-1 0,1 0 0,-1-1 0,0 0 0,1-1 0,-1 0 0,-1 0 0,19-10 0,32-8 0,62-11 0,-106 27 0,0-1 0,0 0 0,0-1 0,-1-1 0,0 0 0,19-14 0,12-7 0,-39 26 0,-1-1 0,1 1 0,-1-2 0,0 1 0,0-1 0,-1 0 0,1 0 0,-1 0 0,0-1 0,0 0 0,-1 0 0,0 0 0,0 0 0,0-1 0,-1 0 0,0 1 0,0-1 0,0 0 0,-1-1 0,0 1 0,-1 0 0,0-1 0,0 1 0,0-1 0,-1 1 0,0-1 0,-1 1 0,0-1 0,0 1 0,0 0 0,-4-12 0,1 10 0,0-1 0,0 1 0,-1 0 0,-1 0 0,1 0 0,-1 1 0,-1 0 0,1 0 0,-2 1 0,1-1 0,-1 2 0,0-1 0,0 1 0,0 0 0,-1 1 0,0 0 0,0 0 0,-18-6 0,3 3 0,-1 0 0,0 1 0,-1 2 0,1 0 0,-1 2 0,-36 0 0,22 0 0,-54-9 0,53 6 0,-56-3 0,56 7 0,0-3 0,-76-18 0,76 13 0,-1 2 0,-70-4 0,86 10 0,-1-1 0,-25-7 0,25 5 0,-52-5 0,60 9 0,-1-2 0,1 0 0,-1-2 0,-36-12 0,-29-8 0,37 19 0,-1 2 0,0 2 0,-70 5 0,10 1 0,-720-4 0,799 1 0,-1 2 0,-33 8 0,31-5 0,-50 3 0,-92-11 0,-74 4 0,148 13 0,65-9 0,-69 4 0,92-10 0,0 0 0,-1-1 0,1 2 0,-1 0 0,1 0 0,0 1 0,0 1 0,-1 0 0,2 1 0,-25 11 0,-6 4 0,-1-2 0,0-1 0,-1-3 0,-64 11 0,98-21 0,0-1 0,0 2 0,0-1 0,1 1 0,0 1 0,-1 0 0,2 0 0,-1 1 0,1 1 0,0-1 0,0 1 0,-10 12 0,14-14 0,1 0 0,0 1 0,0-1 0,0 1 0,1 0 0,0 0 0,0 1 0,0-1 0,1 0 0,0 1 0,0 0 0,1-1 0,0 1 0,0 0 0,1 0 0,0 0 0,0 0 0,0 0 0,1-1 0,0 1 0,2 7 0,2 4 0,1 1 0,0-1 0,2 0 0,0-1 0,1 0 0,0 0 0,2-1 0,0 0 0,18 20 0,-13-24 0,0 0 0,1-1 0,0-1 0,20 9 0,-8-3 0,-9-7 0,0 0 0,0-1 0,1-1 0,-1-1 0,2-1 0,-1-1 0,33 2 0,158-6 0,-99-3 0,-81 1 0,0-1 0,-1-2 0,57-16 0,-56 12 0,1 2 0,0 1 0,47-3 0,-37 9 0,-1 2 0,1 2 0,41 10 0,-47-9 0,75 1 0,-77-6 0,0 2 0,50 9 0,-11 0 0,1-3 0,0-4 0,106-6 0,-43-1 0,-86 3 0,1-2 0,84-14 0,74-27 0,-153 31 0,-1-2 0,64-24 0,-68 13 0,-41 19 0,1 0 0,-1 0 0,1 1 0,14-3 0,30-4 0,1 3 0,0 3 0,99 1 0,297 6 0,-447-1 0,-3 0 0,0 1 0,0-1 0,0 0 0,-1-1 0,1 1 0,0 0 0,0-1 0,0 0 0,-1 0 0,1 0 0,0 0 0,-1-1 0,7-3 0,-10 5 0,0-1 0,0 1 0,0-1 0,0 1 0,0 0 0,0-1 0,0 1 0,0 0 0,0-1 0,0 1 0,0-1 0,0 1 0,0 0 0,0-1 0,0 1 0,-1 0 0,1-1 0,0 1 0,0 0 0,0-1 0,-1 1 0,1 0 0,0 0 0,0-1 0,-1 1 0,1 0 0,0 0 0,-1-1 0,1 1 0,0 0 0,-1 0 0,1 0 0,0-1 0,-1 1 0,1 0 0,0 0 0,-1 0 0,1 0 0,0 0 0,-1 0 0,1 0 0,-1 0 0,1 0 0,0 0 0,-1 0 0,1 0 0,-1 0 0,-20-4 0,-72-3 0,-137 8 0,86 2 0,-276-3 0,404-1 0,1-1 0,-1-1 0,1-1 0,-1 0 0,1 0 0,0-2 0,1 0 0,-20-11 0,14 7 0,0 1 0,0 1 0,-35-8 0,22 7 0,1-1 0,-39-17 0,38 13 0,0 2 0,-36-8 0,28 11 0,13 2 0,-1 2 0,0 0 0,-30 0 0,33 5 0,-10 0 0,-1-1 0,0-2 0,-47-10 0,65 11 0,0 0 0,0 1 0,0 2 0,0 0 0,0 1 0,0 0 0,0 2 0,1 0 0,-22 8 0,11-3 0,0-3 0,-52 7 0,-301-12 0,189-3 0,182 2-227,0 1-1,0 0 1,0 1-1,0 0 1,-12 4-1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7:03.069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1763 180 24575,'134'2'0,"-39"1"0,132-14 0,-186 4 0,43-13 0,-55 12 0,0 1 0,1 1 0,0 2 0,30-1 0,-33 3 0,0 0 0,-1-2 0,1-1 0,48-16 0,-35 9 0,110-20 0,-114 26 0,55-4 0,22-3 0,-88 9 0,-1 1 0,1 2 0,0 0 0,-1 1 0,1 2 0,0 0 0,35 9 0,59 3 0,-81-11 0,60 12 0,-75-10 0,-17-4 0,0 0 0,1 0 0,-1 1 0,0-1 0,-1 2 0,12 4 0,-15-5 0,0-1 0,-1 1 0,1-1 0,-1 1 0,1-1 0,-1 1 0,0 0 0,0 0 0,1 0 0,-1 0 0,0 0 0,-1 0 0,1 0 0,0 0 0,-1 0 0,1 0 0,-1 0 0,1 0 0,-1 1 0,0-1 0,0 0 0,0 0 0,0 0 0,-1 3 0,0 4 0,-1 0 0,0-1 0,-1 1 0,0-1 0,0 0 0,0 1 0,-9 12 0,-39 55 0,41-63 0,-3 3 0,-1 0 0,0-1 0,-1-1 0,-1 0 0,0-1 0,-1-1 0,0-1 0,-34 18 0,15-13 0,0-1 0,-2-1 0,-64 14 0,53-21 0,0-2 0,-1-2 0,-87-6 0,29 0 0,46 4 0,0-3 0,-86-15 0,61 4 0,49 8 0,0-1 0,-44-14 0,52 11 0,-1 2 0,0 1 0,-1 1 0,-32 0 0,-131 6 0,81 2 0,-738-3 0,662 16 0,7 0 0,176-16 0,-73 0 0,-122 17 0,158-11 0,-1-1 0,-1-2 0,-74-6 0,77-8 120,42 11-164,-1 0 1,1 0-1,0-1 0,0 1 1,0-1-1,0 1 0,0-1 1,0 1-1,0-1 0,0 0 1,0 1-1,0-1 0,0 0 1,0 0-1,0 0 0,1 1 0,-1-1 1,0 0-1,1 0 0,-1 0 1,1 0-1,-1 0 0,1-1 1,-1 1-1,1 0 0,0 0 1,-1 0-1,1 0 0,0 0 1,0-1-1,0 1 0,0 0 1,0-2-1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7:07.643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959 423 24575,'107'2'0,"120"-5"0,-208 1 0,0-2 0,0 0 0,0-2 0,-1 0 0,0-1 0,0 0 0,-1-2 0,0 0 0,0-1 0,-1 0 0,18-17 0,-31 25 0,0 0 0,0 0 0,0 0 0,0 0 0,-1-1 0,1 0 0,-1 1 0,0-1 0,1 0 0,-2 0 0,1 0 0,0 0 0,0 0 0,-1-1 0,0 1 0,1 0 0,-1-1 0,-1 1 0,1-1 0,0 1 0,-1-1 0,0 1 0,0-1 0,0 0 0,0 1 0,0-1 0,-1 1 0,0-1 0,1 1 0,-1-1 0,-1 1 0,1 0 0,0-1 0,-1 1 0,0 0 0,1 0 0,-1 0 0,-1 0 0,-3-4 0,1 0 0,-2 1 0,1-1 0,-1 1 0,0 1 0,0-1 0,-1 1 0,1 1 0,-1-1 0,0 1 0,0 0 0,-1 1 0,1 0 0,-1 1 0,0-1 0,-9 0 0,-287 1 0,144 6 0,114-5 0,-1 0 0,0 2 0,0 2 0,-64 12 0,37-4 0,59-11 0,0 2 0,1 0 0,-1 1 0,1 1 0,-18 6 0,33-10 0,0 0 0,1 0 0,-1 0 0,0 0 0,0 0 0,0 0 0,0 0 0,0 0 0,0 0 0,0 0 0,0 0 0,1 0 0,-1 0 0,0 0 0,0 0 0,0 0 0,0 0 0,0 0 0,0 0 0,0 0 0,1 0 0,-1 0 0,0 0 0,0 0 0,0 0 0,0 0 0,0 0 0,0 1 0,0-1 0,0 0 0,0 0 0,0 0 0,0 0 0,0 0 0,1 0 0,-1 0 0,0 0 0,0 1 0,0-1 0,0 0 0,0 0 0,0 0 0,0 0 0,0 0 0,0 0 0,0 0 0,0 0 0,0 1 0,0-1 0,0 0 0,0 0 0,0 0 0,0 0 0,0 0 0,0 0 0,-1 0 0,1 1 0,0-1 0,0 0 0,0 0 0,0 0 0,0 0 0,0 0 0,19 4 0,24 1 0,553 24 0,-238-30 0,-398 1 0,0-2 0,-1-1 0,1-3 0,1-1 0,-1-1 0,-43-17 0,33 8 0,-1 2 0,-1 3 0,0 1 0,-1 3 0,-98-2 0,-274-18 0,248-2 0,37 0-1365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5:49.173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88 332 24575,'4'0'0,"24"2"0,-27-2 0,-1 0 0,0 0 0,1 0 0,-1 0 0,0 0 0,1 0 0,-1 1 0,0-1 0,1 0 0,-1 0 0,1 0 0,-1 0 0,0 0 0,0 1 0,1-1 0,-1 0 0,0 0 0,1 1 0,-1-1 0,0 0 0,0 0 0,1 1 0,-1-1 0,0 0 0,0 1 0,0-1 0,0 0 0,1 1 0,-1-1 0,0 0 0,0 1 0,0-1 0,0 1 0,0-1 0,0 0 0,0 1 0,0-1 0,0 0 0,0 1 0,0-1 0,0 1 0,0-1 0,0 0 0,0 1 0,0-1 0,-1 0 0,1 1 0,0-1 0,0 0 0,0 1 0,-1-1 0,1 0 0,0 0 0,0 1 0,-1-1 0,1 0 0,0 0 0,0 1 0,-1-1 0,0 0 0,1 0 0,0 1 0,0-1 0,0 0 0,0 0 0,0 0 0,0 0 0,-1 0 0,1 1 0,0-1 0,0 0 0,0 0 0,0 0 0,0 0 0,0 1 0,0-1 0,0 0 0,0 0 0,0 0 0,0 0 0,0 1 0,0-1 0,0 0 0,0 0 0,0 0 0,0 1 0,0-1 0,0 0 0,0 0 0,0 0 0,0 0 0,0 1 0,0-1 0,0 0 0,0 0 0,0 0 0,1 0 0,-1 1 0,0-1 0,0 0 0,0 0 0,0 0 0,0 0 0,0 0 0,1 0 0,-1 1 0,0-1 0,14 4 0,21-3 0,-32-1 0,953-1 0,-908-1 0,61-11 0,38-2 0,307 14 0,-210 2 0,-194-3 0,62-11 0,-62 6 0,58-2 0,977 11 0,-1061-1 0,0 1 0,37 9 0,32 4 0,13-13 0,-67-3 0,0 2 0,0 1 0,59 12 0,-93-12 0,1-1 0,-1 0 0,1 0 0,-1 0 0,1-1 0,-1 0 0,1 0 0,0 0 0,-1-1 0,1 0 0,-1 0 0,1 0 0,-1-1 0,0 1 0,1-1 0,7-5 0,-9 4 0,-1 0 0,0 0 0,0 0 0,0 0 0,0-1 0,0 1 0,-1-1 0,1 0 0,-1 1 0,0-1 0,-1 0 0,1 0 0,-1-1 0,1 1 0,-1 0 0,0 0 0,-1-1 0,1 1 0,-1 0 0,0-1 0,0-7 0,-1 7 0,1 1 0,0 0 0,-1-1 0,0 1 0,0 0 0,0 0 0,-1 0 0,1 0 0,-1 0 0,0 0 0,0 0 0,-1 1 0,1-1 0,-1 1 0,1-1 0,-7-4 0,3 2 0,-1 1 0,1 1 0,-1-1 0,-1 1 0,1 0 0,-1 1 0,1-1 0,-11-2 0,-2 1 0,1 1 0,-1 1 0,0 0 0,0 1 0,0 2 0,-30 1 0,-48 14 0,62-8 0,-74 4 0,75-9 0,-1-2 0,0-2 0,1-1 0,-1-1 0,1-2 0,1-2 0,-40-14 0,-15-10 0,-166-35 0,224 62 0,0 2 0,0 2 0,-1 1 0,1 1 0,0 1 0,-51 12 0,49-9 0,-18 0 0,0-2 0,-63-5 0,-62 3 0,104 14 0,54-11 0,-1 0 0,-26 3 0,8-5 0,-140 15 0,65-5 0,74-9 0,-62 12 0,51-7 0,0-2 0,-1-3 0,1-1 0,-54-6 0,-8 1 0,-887 3 0,982 0 0,-1 2 0,0-1 0,1 2 0,0 0 0,-1 1 0,1 1 0,1 1 0,-23 10 0,28-11 0,1 0 0,-1 1 0,2 0 0,-1 0 0,0 1 0,1 0 0,1 0 0,-1 1 0,1 0 0,0 0 0,1 1 0,0 0 0,0 0 0,-5 13 0,9-16 0,0 1 0,1-1 0,0 1 0,0-1 0,0 1 0,1 0 0,0-1 0,0 1 0,1 0 0,0-1 0,0 1 0,0 0 0,1-1 0,0 0 0,0 1 0,1-1 0,-1 0 0,1 0 0,1 0 0,-1-1 0,6 8 0,5 4 0,0 1 0,1-2 0,1 0 0,0-1 0,22 16 0,-26-23 0,0 0 0,0-1 0,1 0 0,0-1 0,1-1 0,-1 0 0,1 0 0,0-2 0,0 0 0,19 2 0,14-1 0,86-6 0,-50 0 0,-60 0 0,1 0 0,35-10 0,-34 7 0,0 1 0,28-2 0,-26 4 0,-1-1 0,26-7 0,-26 4 0,1 2 0,27-2 0,400 7 0,-431 0 0,-1 1 0,42 11 0,-40-8 0,0-1 0,30 2 0,-15-5 0,15 0 0,96 15 0,-107-10 0,46 1 0,-51-5 0,-1 1 0,41 10 0,-39-6 0,64 3 0,14 3 0,-81-9 0,0-1 0,1-2 0,0-1 0,-1-2 0,0-2 0,38-8 0,-63 10 0,81-7 0,-56 6 0,59-11 0,-35 0 0,1 3 0,1 3 0,106-1 0,407 10 0,-555 0 0,1 1 0,30 7 0,-38-6 0,1 0 0,-1-1 0,0 0 0,1-1 0,-1-1 0,1 0 0,-1-1 0,17-3 0,-15 0-120,-9 2 42,-1 0 0,0 1 1,1-1-1,-1 1 0,1 0 0,-1 1 0,1-1 1,0 1-1,-1 0 0,1 0 0,-1 1 0,1 0 0,0 0 1,-1 0-1,6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6:44.025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1343 140 24575,'-10'-10'0,"-2"1"0,1 0 0,-1 1 0,0 0 0,-1 1 0,0 1 0,0-1 0,-1 2 0,1 0 0,-1 1 0,0 0 0,-29-3 0,-9 2 0,-1 3 0,-67 5 0,23 0 0,-507-3 0,575-2-109,0-2 0,1 0 0,0-2 0,-1-1 0,-28-12 0,34 12-602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6:47.607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2009 32 24575,'-23'-1'0,"0"-1"0,-39-10 0,37 7 0,1 1 0,-30-2 0,-565 4 0,298 5 0,266-1 0,-61 11 0,-53 3 0,-247-18 0,399 1-308,0-1 1,0 0-1,-32-10 0,48 11 174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6:50.363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2965 125 24575,'-103'0'0,"-203"-3"0,223-2 0,-137-27 0,154 23 0,47 7 0,0-1 0,0 0 0,-23-8 0,42 11 0,-1 0 0,1 0 0,-1 0 0,1 0 0,-1 0 0,1-1 0,-1 1 0,1 0 0,-1 0 0,1 0 0,-1-1 0,1 1 0,-1 0 0,1-1 0,-1 1 0,1 0 0,0-1 0,-1 1 0,1-1 0,-1 1 0,1 0 0,0-1 0,0 1 0,-1-1 0,1 1 0,0-1 0,0 0 0,11-6 0,25 2 0,94-10 0,-65 6 0,1 3 0,92 3 0,-84 14 0,-70-10 0,1 0 0,0 1 0,-1-1 0,0 1 0,1 0 0,-1 0 0,0 0 0,0 1 0,0 0 0,0-1 0,0 1 0,6 7 0,-10-9 0,1-1 0,-1 1 0,1 0 0,-1 0 0,1 0 0,-1 0 0,1 0 0,-1 0 0,0-1 0,1 1 0,-1 0 0,0 0 0,0 0 0,0 0 0,0 0 0,0 0 0,0 0 0,0 0 0,0 0 0,0 0 0,0 0 0,0 0 0,-1 0 0,1 0 0,0 0 0,-1 0 0,1 0 0,-1 0 0,1 0 0,-1-1 0,0 1 0,1 0 0,-1 0 0,0-1 0,1 1 0,-1 0 0,0-1 0,0 1 0,1 0 0,-1-1 0,0 1 0,0-1 0,0 0 0,0 1 0,0-1 0,0 0 0,0 0 0,0 1 0,0-1 0,-2 0 0,-52 9 0,4-8 0,0-3 0,0-1 0,0-4 0,-68-16 0,47 6 0,24 5 0,0 1 0,-1 3 0,-82-4 0,115 12 0,0 1 0,0 0 0,0 1 0,0 1 0,1 0 0,-20 7 0,34-10 0,1 0 0,0 0 0,0 0 0,0 0 0,0 0 0,-1 0 0,1 0 0,0 0 0,0 0 0,0 0 0,0 0 0,-1 0 0,1 0 0,0 0 0,0 0 0,0 0 0,0 0 0,0 0 0,-1 0 0,1 0 0,0 1 0,0-1 0,0 0 0,0 0 0,0 0 0,-1 0 0,1 0 0,0 0 0,0 0 0,0 1 0,0-1 0,0 0 0,0 0 0,0 0 0,0 0 0,0 0 0,-1 0 0,1 1 0,0-1 0,0 0 0,0 0 0,0 0 0,0 0 0,0 1 0,0-1 0,0 0 0,0 0 0,0 0 0,0 0 0,0 1 0,0-1 0,0 0 0,0 0 0,1 0 0,-1 0 0,0 0 0,0 1 0,0-1 0,0 0 0,0 0 0,14 4 0,22-1 0,323-5 0,101 4 0,-279 18 0,-124-12 0,-51-7 0,13 1 0,0 0 0,-1 1 0,1 1 0,-1 1 0,35 15 0,-51-19 0,0 0 0,0 0 0,-1 0 0,1 0 0,0 1 0,-1-1 0,1 0 0,-1 1 0,1 0 0,-1-1 0,0 1 0,0 0 0,0 0 0,1-1 0,-2 1 0,1 0 0,0 0 0,0 0 0,-1 0 0,1 0 0,-1 0 0,1 1 0,-1-1 0,0 0 0,0 0 0,0 0 0,0 0 0,-1 0 0,1 0 0,0 0 0,-1 1 0,1-1 0,-1 0 0,0 0 0,0 0 0,0-1 0,0 1 0,0 0 0,0 0 0,-2 2 0,-2 2 0,1-1 0,-1 1 0,1-1 0,-2 0 0,1-1 0,0 1 0,-1-1 0,0 0 0,0 0 0,0-1 0,-9 4 0,-21 4 0,-1-1 0,0-2 0,0-1 0,-56 2 0,-158-8 0,142-4 0,39 3 0,-164-7 0,194 4 0,1-3 0,0-1 0,-74-25 0,-199-66 0,281 88 0,1 3 0,0 1 0,0 1 0,-53-2 0,-96 9 0,73 1 0,-226-20 0,159 5-19,-191 10 0,169 4-1308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06:32.163"/>
    </inkml:context>
    <inkml:brush xml:id="br0">
      <inkml:brushProperty name="width" value="0.35" units="cm"/>
      <inkml:brushProperty name="height" value="0.35" units="cm"/>
      <inkml:brushProperty name="color" value="#282C34"/>
    </inkml:brush>
  </inkml:definitions>
  <inkml:trace contextRef="#ctx0" brushRef="#br0">33 424 24575,'4'-1'0,"0"0"0,0-1 0,0 1 0,0-1 0,0 0 0,-1 0 0,1-1 0,0 1 0,-1-1 0,0 1 0,6-7 0,13-9 0,15 0 0,0 2 0,1 2 0,0 1 0,1 2 0,76-11 0,-37 14 0,1 2 0,121 8 0,-57 1 0,-125-3 0,17 2 0,0-2 0,-1-2 0,1-1 0,-1-2 0,1-1 0,51-16 0,-84 21 0,67-26 0,2 3 0,1 2 0,129-19 0,41-2 0,-169 26 0,0 4 0,142-7 0,-177 18 0,63-10 0,-60 5 0,56-1 0,3 11 0,192 31 0,-186-9 0,-78-16 0,1-2 0,0-1 0,54 4 0,-11-10 0,-36-1 0,0 1 0,0 2 0,66 13 0,-79-9 0,17 5 0,1-2 0,0-2 0,72 4 0,-60-12 0,-20 0 0,0 0 0,0 3 0,0 0 0,0 2 0,-1 2 0,60 17 0,-63-13 0,-20-7 0,0 0 0,0 0 0,0 1 0,0 0 0,0 0 0,-1 1 0,1 0 0,-1 1 0,0-1 0,-1 2 0,0-1 0,0 1 0,9 11 0,2 7 0,-2-4 0,-1 0 0,-1 1 0,-1 1 0,10 24 0,-20-41 0,-1 0 0,0 0 0,0 1 0,-1-1 0,1 1 0,-2-1 0,1 1 0,-1-1 0,0 1 0,0 0 0,0-1 0,-1 1 0,0-1 0,-1 1 0,1-1 0,-1 1 0,0-1 0,-1 0 0,0 0 0,-6 11 0,-29 45 0,30-47 0,0 0 0,-1 0 0,-1-1 0,-1 0 0,0 0 0,0-1 0,-1-1 0,-1 0 0,0-1 0,-1 0 0,-18 11 0,13-13 0,0 0 0,-1-2 0,-33 8 0,32-10 0,1 1 0,0 1 0,-33 16 0,26-8 0,-1 0 0,-1-3 0,-55 18 0,53-21 0,-1-1 0,-1-1 0,1-2 0,-52 2 0,-28-6 0,-141-5 0,161-10 0,60 8 0,-56-4 0,55 9 0,-264 3 0,270 2 0,-1 1 0,-48 16 0,52-13 0,-1-1 0,0-2 0,-43 5 0,-57 6 0,84-9 0,-66 2 0,-1229-10 0,1304-1 0,1-1 0,-35-8 0,-41-4 0,73 12 0,-43-11 0,1 0 0,52 12 0,0-2 0,1-1 0,0-2 0,0 0 0,0-1 0,-38-19 0,54 22 0,1-1 0,-1 0 0,1 0 0,0-1 0,1 1 0,-1-1 0,1-1 0,1 1 0,-1-1 0,1 0 0,0 1 0,1-2 0,-3-10 0,0-2 0,1 1 0,0-1 0,2 0 0,-1-29 0,4 49 0,-1-9 0,1 0 0,0 0 0,1 0 0,0 0 0,4-17 0,-4 24 0,0 1 0,0-1 0,0 0 0,0 1 0,1 0 0,0-1 0,-1 1 0,1 0 0,0 0 0,0-1 0,0 1 0,0 1 0,0-1 0,1 0 0,-1 1 0,0-1 0,1 1 0,-1-1 0,1 1 0,0 0 0,-1 0 0,1 1 0,0-1 0,5 0 0,20-2 0,1 2 0,0 0 0,-1 2 0,1 2 0,-1 0 0,33 9 0,-20-4 0,82 4 0,-37-10 0,160-6 0,-219 0 0,-1-2 0,0 0 0,-1-2 0,0-1 0,35-17 0,23-8 0,25-9 0,-78 30 0,-1 0 0,2 2 0,-1 1 0,2 2 0,-1 0 0,1 3 0,44-4 0,-27 9 0,0-2 0,65-12 0,92-17 0,-134 22 0,0 3 0,134 7 0,-72 2 0,1259-3 0,-1370 1 0,0 1 0,0 1 0,1 1 0,-2 1 0,1 1 0,-1 1 0,0 1 0,0 0 0,31 19 0,-50-25 0,-1-1 0,1 1 0,0-1 0,-1 1 0,0 0 0,1 0 0,-1 0 0,0 0 0,0 0 0,0 1 0,0-1 0,0 1 0,-1-1 0,1 1 0,-1 0 0,1-1 0,-1 1 0,0 0 0,0 0 0,0 4 0,-1-4 0,0 1 0,-1-1 0,1 0 0,-1 0 0,0 0 0,1 0 0,-2 0 0,1 0 0,0-1 0,0 1 0,-1 0 0,0 0 0,1-1 0,-1 1 0,0-1 0,-4 3 0,-3 4 0,-1 0 0,-1-1 0,0 0 0,0-1 0,0 0 0,-1-1 0,-24 10 0,0-6 0,-1-1 0,-57 6 0,56-10 0,1 1 0,-60 19 0,67-18 0,0-1 0,-1-1 0,0-1 0,0-2 0,0-1 0,-48-5 0,-2 2 0,54 0 0,-1-1 0,1-2 0,0 0 0,-30-11 0,29 8 0,0 0 0,-1 3 0,-52-5 0,-342 11 0,393 1 0,1 1 0,-1 2 0,-57 16 0,55-12 0,-1-2 0,-59 7 0,-31 1 0,79-8 0,-62 1 0,-33-10 0,-115 4 0,154 13 0,63-9 0,-68 4 0,69-10 0,1 0 0,-56 6 0,80-4 0,0 0 0,0 1 0,0 0 0,1 1 0,-1 0 0,1 0 0,0 1 0,0 0 0,-11 9 0,4-3 0,11-8 0,1 0 0,-1 1 0,1 0 0,0 0 0,-7 7 0,11-10 0,0 0 0,1 0 0,-1-1 0,1 1 0,-1 0 0,1 0 0,0 0 0,-1 0 0,1 0 0,0 0 0,0-1 0,0 1 0,-1 0 0,1 0 0,0 0 0,0 0 0,0 0 0,0 0 0,1 0 0,-1 0 0,0 0 0,0 0 0,0 0 0,1 0 0,-1 0 0,1 0 0,-1-1 0,1 1 0,-1 0 0,1 0 0,-1 0 0,1-1 0,-1 1 0,1 0 0,0-1 0,0 1 0,-1-1 0,1 1 0,0 0 0,0-1 0,0 0 0,0 1 0,0 0 0,15 7 0,0 0 0,0 0 0,0-1 0,1-1 0,0-1 0,0-1 0,0 0 0,1-1 0,28 1 0,17-2 0,83-8 0,112-27 0,-209 25 0,87-27 0,-99 23 0,0 2 0,1 1 0,-1 2 0,52-2 0,576 11 0,-633-4 0,0-1 0,34-8 0,-31 5 0,53-4 0,384 11 0,-450 0 0,0 1 0,42 11 0,-40-8 0,0-1 0,31 2 0,18-6-39,-42-1-293,-1 2 1,0 0-1,48 9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69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41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customXml" Target="../ink/ink8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customXml" Target="../ink/ink12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6.xml"/><Relationship Id="rId5" Type="http://schemas.openxmlformats.org/officeDocument/2006/relationships/image" Target="../media/image20.png"/><Relationship Id="rId4" Type="http://schemas.openxmlformats.org/officeDocument/2006/relationships/customXml" Target="../ink/ink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customXml" Target="../ink/ink17.xml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customXml" Target="../ink/ink18.xml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customXml" Target="../ink/ink20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customXml" Target="../ink/ink24.xml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customXml" Target="../ink/ink23.xml"/><Relationship Id="rId5" Type="http://schemas.openxmlformats.org/officeDocument/2006/relationships/image" Target="../media/image40.png"/><Relationship Id="rId15" Type="http://schemas.openxmlformats.org/officeDocument/2006/relationships/customXml" Target="../ink/ink25.xml"/><Relationship Id="rId10" Type="http://schemas.openxmlformats.org/officeDocument/2006/relationships/image" Target="../media/image44.png"/><Relationship Id="rId4" Type="http://schemas.openxmlformats.org/officeDocument/2006/relationships/image" Target="../media/image39.svg"/><Relationship Id="rId9" Type="http://schemas.openxmlformats.org/officeDocument/2006/relationships/customXml" Target="../ink/ink22.xml"/><Relationship Id="rId1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90531"/>
            <a:ext cx="57276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Competitive Programming (PEP) Training Report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0759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By: Gopal Vashishta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514731"/>
            <a:ext cx="57276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Lovely Professional University, Phagwara, Punjab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676900"/>
            <a:ext cx="57276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Duration: June 20 – July 30, 2025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385560"/>
            <a:ext cx="57276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Partner: Programming Pathshala</a:t>
            </a:r>
            <a:endParaRPr lang="en-US" sz="2200" dirty="0"/>
          </a:p>
        </p:txBody>
      </p:sp>
      <p:pic>
        <p:nvPicPr>
          <p:cNvPr id="9" name="Picture 8" descr="A logo with text on it&#10;&#10;AI-generated content may be incorrect.">
            <a:extLst>
              <a:ext uri="{FF2B5EF4-FFF2-40B4-BE49-F238E27FC236}">
                <a16:creationId xmlns:a16="http://schemas.microsoft.com/office/drawing/2014/main" id="{A1C9490F-3B6A-BE88-D699-B967EB702E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813" b="28651"/>
          <a:stretch>
            <a:fillRect/>
          </a:stretch>
        </p:blipFill>
        <p:spPr>
          <a:xfrm>
            <a:off x="11598729" y="239486"/>
            <a:ext cx="2944586" cy="1458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19720"/>
            <a:ext cx="5065990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Certificate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029" y="1293999"/>
            <a:ext cx="8933380" cy="63158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C170E51-71A0-7F27-FE96-39ACE754093F}"/>
                  </a:ext>
                </a:extLst>
              </p14:cNvPr>
              <p14:cNvContentPartPr/>
              <p14:nvPr/>
            </p14:nvContentPartPr>
            <p14:xfrm>
              <a:off x="12823114" y="7809000"/>
              <a:ext cx="1547280" cy="231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C170E51-71A0-7F27-FE96-39ACE75409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60114" y="7746360"/>
                <a:ext cx="167292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F336DA-5CD8-1201-BD86-1BAC613AF770}"/>
                  </a:ext>
                </a:extLst>
              </p14:cNvPr>
              <p14:cNvContentPartPr/>
              <p14:nvPr/>
            </p14:nvContentPartPr>
            <p14:xfrm>
              <a:off x="13023274" y="7782720"/>
              <a:ext cx="1445760" cy="317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F336DA-5CD8-1201-BD86-1BAC613AF7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60274" y="7719720"/>
                <a:ext cx="157140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3B9EAD3-5E3E-FDB9-1FCE-BDBECAF40951}"/>
                  </a:ext>
                </a:extLst>
              </p14:cNvPr>
              <p14:cNvContentPartPr/>
              <p14:nvPr/>
            </p14:nvContentPartPr>
            <p14:xfrm>
              <a:off x="12920674" y="7726560"/>
              <a:ext cx="1489320" cy="407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3B9EAD3-5E3E-FDB9-1FCE-BDBECAF409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58034" y="7663560"/>
                <a:ext cx="1614960" cy="53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7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FA58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Program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18277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Placement Enhancement Program (PEP) – Competitive Programming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94049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Focus:</a:t>
            </a:r>
            <a:r>
              <a:rPr lang="en-US" sz="2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Strengthen core programming &amp; problem-solving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4649153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0604" y="4875967"/>
            <a:ext cx="30987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Reinforce DSA concepts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28548" y="4649153"/>
            <a:ext cx="6408063" cy="807958"/>
          </a:xfrm>
          <a:prstGeom prst="roundRect">
            <a:avLst>
              <a:gd name="adj" fmla="val 4211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55362" y="4875967"/>
            <a:ext cx="42981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Improve logic &amp; coding efficiency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5683925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0604" y="5910739"/>
            <a:ext cx="41303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Prepare for technical interviews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28548" y="5683925"/>
            <a:ext cx="6408063" cy="807958"/>
          </a:xfrm>
          <a:prstGeom prst="roundRect">
            <a:avLst>
              <a:gd name="adj" fmla="val 4211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55362" y="5910739"/>
            <a:ext cx="41267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Practice under timed conditions</a:t>
            </a:r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9343E45-CF27-3381-3205-7A0E7575D899}"/>
                  </a:ext>
                </a:extLst>
              </p14:cNvPr>
              <p14:cNvContentPartPr/>
              <p14:nvPr/>
            </p14:nvContentPartPr>
            <p14:xfrm>
              <a:off x="12934354" y="7847880"/>
              <a:ext cx="1522080" cy="252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9343E45-CF27-3381-3205-7A0E7575D8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71714" y="7784880"/>
                <a:ext cx="164772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6B8F054-5107-341D-2142-9EE415A47D3D}"/>
                  </a:ext>
                </a:extLst>
              </p14:cNvPr>
              <p14:cNvContentPartPr/>
              <p14:nvPr/>
            </p14:nvContentPartPr>
            <p14:xfrm>
              <a:off x="13062514" y="8044440"/>
              <a:ext cx="1378800" cy="66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6B8F054-5107-341D-2142-9EE415A47D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99874" y="7981800"/>
                <a:ext cx="15044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4DBB3BE-25C2-33DF-AFD9-E58D287A5446}"/>
                  </a:ext>
                </a:extLst>
              </p14:cNvPr>
              <p14:cNvContentPartPr/>
              <p14:nvPr/>
            </p14:nvContentPartPr>
            <p14:xfrm>
              <a:off x="12953794" y="8055240"/>
              <a:ext cx="1426680" cy="54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4DBB3BE-25C2-33DF-AFD9-E58D287A54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0794" y="7992240"/>
                <a:ext cx="1552320" cy="17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8657"/>
            <a:ext cx="60043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FA58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Skills &amp; Topics Covered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4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Core Data Structures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955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Pointers: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Memory handling, dynamic allocation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37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Bit Manipulation: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Optimizations using binary ops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Arrays &amp; Strings: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Prefix/suffix, KMP, Z-algo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 Lists, Stacks, Queues: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Dynamic data structures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Trees &amp; BSTs: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Traversals, LCA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065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Graphs: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BFS, DFS, Dijkstra, Bellman-Ford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1487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Tries: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String storage, prefix search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2914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Advanced Techniques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34955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Recursion &amp; Backtracking: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N-Queens, Sudoku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3937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Programming: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Knapsack, LIS, LCS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Segment Trees, Fenwick Trees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969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Practice Platforms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99521" y="55508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LeetCode, Codeforces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B073FA1-F05D-2D18-A7FF-F10E99079465}"/>
                  </a:ext>
                </a:extLst>
              </p14:cNvPr>
              <p14:cNvContentPartPr/>
              <p14:nvPr/>
            </p14:nvContentPartPr>
            <p14:xfrm>
              <a:off x="12881434" y="7859040"/>
              <a:ext cx="1551960" cy="229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B073FA1-F05D-2D18-A7FF-F10E990794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18794" y="7796400"/>
                <a:ext cx="167760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D37C4797-6900-17D1-C607-AE8995CF2A21}"/>
              </a:ext>
            </a:extLst>
          </p:cNvPr>
          <p:cNvGrpSpPr/>
          <p:nvPr/>
        </p:nvGrpSpPr>
        <p:grpSpPr>
          <a:xfrm>
            <a:off x="13182394" y="7761120"/>
            <a:ext cx="1245960" cy="284400"/>
            <a:chOff x="13182394" y="7761120"/>
            <a:chExt cx="124596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CEF11A-B001-D3C7-C26E-1F9F1164C73C}"/>
                    </a:ext>
                  </a:extLst>
                </p14:cNvPr>
                <p14:cNvContentPartPr/>
                <p14:nvPr/>
              </p14:nvContentPartPr>
              <p14:xfrm>
                <a:off x="13193554" y="7761120"/>
                <a:ext cx="1234800" cy="192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CEF11A-B001-D3C7-C26E-1F9F1164C73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130554" y="7698120"/>
                  <a:ext cx="13604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8B2F9A3-34B3-1B52-A21A-460F1515998F}"/>
                    </a:ext>
                  </a:extLst>
                </p14:cNvPr>
                <p14:cNvContentPartPr/>
                <p14:nvPr/>
              </p14:nvContentPartPr>
              <p14:xfrm>
                <a:off x="13292194" y="7793880"/>
                <a:ext cx="1087920" cy="34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8B2F9A3-34B3-1B52-A21A-460F151599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229194" y="7731240"/>
                  <a:ext cx="12135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F42613-ECF0-420E-5103-7466E7DE523D}"/>
                    </a:ext>
                  </a:extLst>
                </p14:cNvPr>
                <p14:cNvContentPartPr/>
                <p14:nvPr/>
              </p14:nvContentPartPr>
              <p14:xfrm>
                <a:off x="13182394" y="8011320"/>
                <a:ext cx="1187280" cy="3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F42613-ECF0-420E-5103-7466E7DE52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119754" y="7948680"/>
                  <a:ext cx="1312920" cy="159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93790" y="2226826"/>
            <a:ext cx="93987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– Graph Algorithm Visualizer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5025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Tool: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083725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Browser-based (React + Canvas/SVG)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Purpose: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345192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graph algorithms step-by-step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35025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Features: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40837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graph editor (add/move/delete nodes, edges)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4525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Play/pause/step controls with trace inspector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49681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animation of data structures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0679"/>
            <a:ext cx="586704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Algorithms Implemented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2022991"/>
            <a:ext cx="6419374" cy="1505188"/>
          </a:xfrm>
          <a:prstGeom prst="roundRect">
            <a:avLst>
              <a:gd name="adj" fmla="val 7290"/>
            </a:avLst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2000131"/>
            <a:ext cx="6419374" cy="91440"/>
          </a:xfrm>
          <a:prstGeom prst="roundRect">
            <a:avLst>
              <a:gd name="adj" fmla="val 33488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97307" y="171688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81021" y="1869996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0723" y="25332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BFS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0723" y="297453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Layered traversal (Shortest path unweighted)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17237" y="2022991"/>
            <a:ext cx="6419374" cy="1505188"/>
          </a:xfrm>
          <a:prstGeom prst="roundRect">
            <a:avLst>
              <a:gd name="adj" fmla="val 7290"/>
            </a:avLst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17237" y="2000131"/>
            <a:ext cx="6419374" cy="91440"/>
          </a:xfrm>
          <a:prstGeom prst="roundRect">
            <a:avLst>
              <a:gd name="adj" fmla="val 33488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320754" y="171688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04468" y="1869996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44170" y="25332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DFS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44170" y="297453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Depth exploration (Cycle detection)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790" y="4038362"/>
            <a:ext cx="6419374" cy="1505188"/>
          </a:xfrm>
          <a:prstGeom prst="roundRect">
            <a:avLst>
              <a:gd name="adj" fmla="val 7290"/>
            </a:avLst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3790" y="4015502"/>
            <a:ext cx="6419374" cy="91440"/>
          </a:xfrm>
          <a:prstGeom prst="roundRect">
            <a:avLst>
              <a:gd name="adj" fmla="val 33488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97307" y="3732252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81021" y="3885367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20723" y="454866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Dijkstra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20723" y="4989909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Shortest path (Weighted graphs)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17237" y="4038362"/>
            <a:ext cx="6419374" cy="1505188"/>
          </a:xfrm>
          <a:prstGeom prst="roundRect">
            <a:avLst>
              <a:gd name="adj" fmla="val 7290"/>
            </a:avLst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17237" y="4015502"/>
            <a:ext cx="6419374" cy="91440"/>
          </a:xfrm>
          <a:prstGeom prst="roundRect">
            <a:avLst>
              <a:gd name="adj" fmla="val 33488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20754" y="3732252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04468" y="3885367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44170" y="454866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Bellman–Ford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44170" y="4989909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negative weights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3790" y="6053733"/>
            <a:ext cx="6419374" cy="1505188"/>
          </a:xfrm>
          <a:prstGeom prst="roundRect">
            <a:avLst>
              <a:gd name="adj" fmla="val 7290"/>
            </a:avLst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3790" y="6030873"/>
            <a:ext cx="6419374" cy="91440"/>
          </a:xfrm>
          <a:prstGeom prst="roundRect">
            <a:avLst>
              <a:gd name="adj" fmla="val 33488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97307" y="5747623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81021" y="5900738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020723" y="6564035"/>
            <a:ext cx="271200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Topological Sort (Kahn)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20723" y="7005280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DAG ordering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17237" y="6053733"/>
            <a:ext cx="6419374" cy="1505188"/>
          </a:xfrm>
          <a:prstGeom prst="roundRect">
            <a:avLst>
              <a:gd name="adj" fmla="val 7290"/>
            </a:avLst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417237" y="6030873"/>
            <a:ext cx="6419374" cy="91440"/>
          </a:xfrm>
          <a:prstGeom prst="roundRect">
            <a:avLst>
              <a:gd name="adj" fmla="val 33488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320754" y="5747623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04468" y="5900738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6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644170" y="656403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MST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644170" y="7005280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Kruskal (DSU) &amp; Prim (PQ-based)</a:t>
            </a:r>
            <a:endParaRPr 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F4FA110-9204-F7FD-5FCB-9D9E0FCDF6D5}"/>
                  </a:ext>
                </a:extLst>
              </p14:cNvPr>
              <p14:cNvContentPartPr/>
              <p14:nvPr/>
            </p14:nvContentPartPr>
            <p14:xfrm>
              <a:off x="12918874" y="7814760"/>
              <a:ext cx="1545480" cy="1868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F4FA110-9204-F7FD-5FCB-9D9E0FCDF6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56234" y="7751760"/>
                <a:ext cx="16711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780BC61-3068-99BB-7BEC-2570F61601D1}"/>
                  </a:ext>
                </a:extLst>
              </p14:cNvPr>
              <p14:cNvContentPartPr/>
              <p14:nvPr/>
            </p14:nvContentPartPr>
            <p14:xfrm>
              <a:off x="12932194" y="7901160"/>
              <a:ext cx="1487520" cy="198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780BC61-3068-99BB-7BEC-2570F61601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9554" y="7838160"/>
                <a:ext cx="16131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A34B784-8EE9-FEC4-5745-D64B0FD70366}"/>
                  </a:ext>
                </a:extLst>
              </p14:cNvPr>
              <p14:cNvContentPartPr/>
              <p14:nvPr/>
            </p14:nvContentPartPr>
            <p14:xfrm>
              <a:off x="14053234" y="7946520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A34B784-8EE9-FEC4-5745-D64B0FD7036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990594" y="788388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234B9BB-F3E6-243B-E681-5A103F648B38}"/>
                  </a:ext>
                </a:extLst>
              </p14:cNvPr>
              <p14:cNvContentPartPr/>
              <p14:nvPr/>
            </p14:nvContentPartPr>
            <p14:xfrm>
              <a:off x="12957754" y="7977840"/>
              <a:ext cx="1444320" cy="558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234B9BB-F3E6-243B-E681-5A103F648B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94754" y="7914840"/>
                <a:ext cx="1569960" cy="18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630" y="548153"/>
            <a:ext cx="8619360" cy="6286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347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User Interface</a:t>
            </a:r>
            <a:endParaRPr lang="en-US" sz="44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37C586D-2B16-4A71-BFB8-BB91BE1B5D84}"/>
                  </a:ext>
                </a:extLst>
              </p14:cNvPr>
              <p14:cNvContentPartPr/>
              <p14:nvPr/>
            </p14:nvContentPartPr>
            <p14:xfrm>
              <a:off x="12973201" y="7853678"/>
              <a:ext cx="1486146" cy="177044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37C586D-2B16-4A71-BFB8-BB91BE1B5D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10198" y="7790705"/>
                <a:ext cx="1611792" cy="302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A548AE-B75A-0394-3716-8A7C2294DDCF}"/>
                  </a:ext>
                </a:extLst>
              </p14:cNvPr>
              <p14:cNvContentPartPr/>
              <p14:nvPr/>
            </p14:nvContentPartPr>
            <p14:xfrm>
              <a:off x="13084474" y="7870920"/>
              <a:ext cx="1293840" cy="76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A548AE-B75A-0394-3716-8A7C2294DD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021834" y="7807920"/>
                <a:ext cx="1419480" cy="20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04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FA58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Objectives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3284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583305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Educational clarity through visualization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32842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5893" y="3583305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Stepwise interactivity with control options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3284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77995" y="3583305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Comparison between algorithms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745593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3790" y="5596057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Modular, reusable, and extendable design</a:t>
            </a:r>
            <a:endParaRPr lang="en-US" sz="2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4745593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235893" y="5596057"/>
            <a:ext cx="415861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Support for both directed/undirected &amp; weighted graphs</a:t>
            </a:r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A24D06D-D317-643F-BADC-4AFEC2905764}"/>
                  </a:ext>
                </a:extLst>
              </p14:cNvPr>
              <p14:cNvContentPartPr/>
              <p14:nvPr/>
            </p14:nvContentPartPr>
            <p14:xfrm>
              <a:off x="12941194" y="7829160"/>
              <a:ext cx="1500480" cy="303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A24D06D-D317-643F-BADC-4AFEC290576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878194" y="7766160"/>
                <a:ext cx="162612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746B909-F0A9-7D2D-2684-6739DF6F2506}"/>
                  </a:ext>
                </a:extLst>
              </p14:cNvPr>
              <p14:cNvContentPartPr/>
              <p14:nvPr/>
            </p14:nvContentPartPr>
            <p14:xfrm>
              <a:off x="12852274" y="7848051"/>
              <a:ext cx="1463400" cy="251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746B909-F0A9-7D2D-2684-6739DF6F250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789634" y="7785411"/>
                <a:ext cx="1589040" cy="37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4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FA58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Included: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BFS, DFS, Dijkstra, Bellman-Ford, Kahn, Kruskal, Prim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graph generation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cases &amp; performance checks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42228"/>
            <a:ext cx="352520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FA58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Enhancements: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A*, Tarjan, Max-Flow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metrics panel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Multi-user &amp; collaborative mode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Pseudocode sync, GIF exports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F1FFE57-4734-3F9E-458E-5FBEC9374F36}"/>
                  </a:ext>
                </a:extLst>
              </p14:cNvPr>
              <p14:cNvContentPartPr/>
              <p14:nvPr/>
            </p14:nvContentPartPr>
            <p14:xfrm>
              <a:off x="12930754" y="7802520"/>
              <a:ext cx="1516680" cy="271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F1FFE57-4734-3F9E-458E-5FBEC9374F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68114" y="7739880"/>
                <a:ext cx="164232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4D1179D-94E2-5D5A-2232-7CF360DED486}"/>
                  </a:ext>
                </a:extLst>
              </p14:cNvPr>
              <p14:cNvContentPartPr/>
              <p14:nvPr/>
            </p14:nvContentPartPr>
            <p14:xfrm>
              <a:off x="12950554" y="7925280"/>
              <a:ext cx="1338840" cy="186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4D1179D-94E2-5D5A-2232-7CF360DED4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87914" y="7862640"/>
                <a:ext cx="14644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4369347-8F00-9F40-6F1C-3FE24BB0700A}"/>
                  </a:ext>
                </a:extLst>
              </p14:cNvPr>
              <p14:cNvContentPartPr/>
              <p14:nvPr/>
            </p14:nvContentPartPr>
            <p14:xfrm>
              <a:off x="13849834" y="7859400"/>
              <a:ext cx="563760" cy="153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4369347-8F00-9F40-6F1C-3FE24BB070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787194" y="7796400"/>
                <a:ext cx="689400" cy="27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9382"/>
            <a:ext cx="645914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Company Overview – Programming Pathshala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77101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Founded:</a:t>
            </a:r>
            <a:r>
              <a:rPr lang="en-US" sz="2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2016 by Vivekanand Vivek &amp; Anoop Garg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85761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Mission:</a:t>
            </a:r>
            <a:r>
              <a:rPr lang="en-US" sz="2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Accessible quality tech education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894421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Focus:</a:t>
            </a:r>
            <a:r>
              <a:rPr lang="en-US" sz="2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DSA, System Design, Interview Prep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603081"/>
            <a:ext cx="645914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Departments:</a:t>
            </a:r>
            <a:r>
              <a:rPr lang="en-US" sz="2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Training, Content, Technology, Support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6940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9FA58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3618786"/>
            <a:ext cx="4196358" cy="2423874"/>
          </a:xfrm>
          <a:prstGeom prst="roundRect">
            <a:avLst>
              <a:gd name="adj" fmla="val 140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0604" y="384560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403264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752856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Achieved objectives of educational visualization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216962" y="3618786"/>
            <a:ext cx="4196358" cy="2423874"/>
          </a:xfrm>
          <a:prstGeom prst="roundRect">
            <a:avLst>
              <a:gd name="adj" fmla="val 140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43776" y="384560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4032647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3776" y="4752856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Bridged theory and implementation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9640133" y="3618786"/>
            <a:ext cx="4196358" cy="2423874"/>
          </a:xfrm>
          <a:prstGeom prst="roundRect">
            <a:avLst>
              <a:gd name="adj" fmla="val 140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9866948" y="384560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4032647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66948" y="4752856"/>
            <a:ext cx="37427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Future: More algorithms, collaboration, export features</a:t>
            </a:r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5293F55-C738-281A-5223-CC9958B6DD02}"/>
                  </a:ext>
                </a:extLst>
              </p14:cNvPr>
              <p14:cNvContentPartPr/>
              <p14:nvPr/>
            </p14:nvContentPartPr>
            <p14:xfrm>
              <a:off x="12933274" y="7837800"/>
              <a:ext cx="1525680" cy="238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5293F55-C738-281A-5223-CC9958B6DD0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70634" y="7775160"/>
                <a:ext cx="165132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A2CF756-8A6A-C487-C68C-DDDCB95DF74E}"/>
                  </a:ext>
                </a:extLst>
              </p14:cNvPr>
              <p14:cNvContentPartPr/>
              <p14:nvPr/>
            </p14:nvContentPartPr>
            <p14:xfrm>
              <a:off x="13841914" y="7819800"/>
              <a:ext cx="483840" cy="50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A2CF756-8A6A-C487-C68C-DDDCB95DF74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778914" y="7757160"/>
                <a:ext cx="6094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56E3FC3-74FB-5941-2024-F39E2C60A25C}"/>
                  </a:ext>
                </a:extLst>
              </p14:cNvPr>
              <p14:cNvContentPartPr/>
              <p14:nvPr/>
            </p14:nvContentPartPr>
            <p14:xfrm>
              <a:off x="13667674" y="8043720"/>
              <a:ext cx="723240" cy="12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56E3FC3-74FB-5941-2024-F39E2C60A25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605034" y="7980720"/>
                <a:ext cx="8488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D8A4F6F-12A4-C799-8776-095E9179DD55}"/>
                  </a:ext>
                </a:extLst>
              </p14:cNvPr>
              <p14:cNvContentPartPr/>
              <p14:nvPr/>
            </p14:nvContentPartPr>
            <p14:xfrm>
              <a:off x="13236394" y="7836360"/>
              <a:ext cx="1110960" cy="100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D8A4F6F-12A4-C799-8776-095E9179DD5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173754" y="7773720"/>
                <a:ext cx="1236600" cy="22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81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30598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108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57831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(Introduction to Algorithms)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830598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74256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Online Resources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57831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 Algorithms, Visualgo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830598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97427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Practice Platforms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57831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LeetCode, AtCoder, Codeforces, CSES, VJudge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3781ED1-ABFB-C7A6-6434-48213145507F}"/>
                  </a:ext>
                </a:extLst>
              </p14:cNvPr>
              <p14:cNvContentPartPr/>
              <p14:nvPr/>
            </p14:nvContentPartPr>
            <p14:xfrm>
              <a:off x="12941914" y="7761120"/>
              <a:ext cx="1559160" cy="382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781ED1-ABFB-C7A6-6434-4821314550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78914" y="7698120"/>
                <a:ext cx="1684800" cy="50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432</Words>
  <Application>Microsoft Office PowerPoint</Application>
  <PresentationFormat>Custom</PresentationFormat>
  <Paragraphs>101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Roboto</vt:lpstr>
      <vt:lpstr>IBM Plex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Gopal Vashishta</cp:lastModifiedBy>
  <cp:revision>5</cp:revision>
  <dcterms:created xsi:type="dcterms:W3CDTF">2025-10-25T12:57:29Z</dcterms:created>
  <dcterms:modified xsi:type="dcterms:W3CDTF">2025-10-26T03:53:23Z</dcterms:modified>
</cp:coreProperties>
</file>